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slides/charts/chart1.xml" ContentType="application/vnd.openxmlformats-officedocument.drawingml.chart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fd081d06ea448a6" /><Relationship Type="http://schemas.openxmlformats.org/officeDocument/2006/relationships/extended-properties" Target="/docProps/app.xml" Id="R0e672c22936d4d54" /><Relationship Type="http://schemas.openxmlformats.org/officeDocument/2006/relationships/officeDocument" Target="/ppt/presentation.xml" Id="R8080f42da61c44b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c7be76d0ce247db"/>
  </p:sldMasterIdLst>
  <p:notesMasterIdLst>
    <p:notesMasterId xmlns:r="http://schemas.openxmlformats.org/officeDocument/2006/relationships" r:id="Rab0d89dc5e4a4810"/>
  </p:notesMasterIdLst>
  <p:sldIdLst>
    <p:sldId xmlns:r="http://schemas.openxmlformats.org/officeDocument/2006/relationships" id="256" r:id="R080ad70cef314066"/>
    <p:sldId xmlns:r="http://schemas.openxmlformats.org/officeDocument/2006/relationships" id="257" r:id="Rb56bf34f883b47eb"/>
    <p:sldId xmlns:r="http://schemas.openxmlformats.org/officeDocument/2006/relationships" id="258" r:id="R0f80e890a3b240c0"/>
    <p:sldId xmlns:r="http://schemas.openxmlformats.org/officeDocument/2006/relationships" id="259" r:id="Rc7fc9d18a3c34513"/>
    <p:sldId xmlns:r="http://schemas.openxmlformats.org/officeDocument/2006/relationships" id="260" r:id="R3b2e09259fe34ace"/>
    <p:sldId xmlns:r="http://schemas.openxmlformats.org/officeDocument/2006/relationships" id="261" r:id="R3a58ae6d91834ff0"/>
    <p:sldId xmlns:r="http://schemas.openxmlformats.org/officeDocument/2006/relationships" id="262" r:id="R009b804a54384d32"/>
    <p:sldId xmlns:r="http://schemas.openxmlformats.org/officeDocument/2006/relationships" id="263" r:id="Rd9b3da56f7c14483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588c18bc19b4c23" /><Relationship Type="http://schemas.openxmlformats.org/officeDocument/2006/relationships/slideMaster" Target="/ppt/slideMasters/slideMaster1.xml" Id="Rcc7be76d0ce247db" /><Relationship Type="http://schemas.openxmlformats.org/officeDocument/2006/relationships/notesMaster" Target="/ppt/notesMasters/notesMaster1.xml" Id="Rab0d89dc5e4a4810" /><Relationship Type="http://schemas.openxmlformats.org/officeDocument/2006/relationships/presProps" Target="/ppt/presProps.xml" Id="Rfb4286d55ef44258" /><Relationship Type="http://schemas.openxmlformats.org/officeDocument/2006/relationships/tableStyles" Target="/ppt/tableStyles.xml" Id="R121bf1f881304b11" /><Relationship Type="http://schemas.openxmlformats.org/officeDocument/2006/relationships/slide" Target="/ppt/slides/slide1.xml" Id="R080ad70cef314066" /><Relationship Type="http://schemas.openxmlformats.org/officeDocument/2006/relationships/slide" Target="/ppt/slides/slide2.xml" Id="Rb56bf34f883b47eb" /><Relationship Type="http://schemas.openxmlformats.org/officeDocument/2006/relationships/slide" Target="/ppt/slides/slide3.xml" Id="R0f80e890a3b240c0" /><Relationship Type="http://schemas.openxmlformats.org/officeDocument/2006/relationships/slide" Target="/ppt/slides/slide4.xml" Id="Rc7fc9d18a3c34513" /><Relationship Type="http://schemas.openxmlformats.org/officeDocument/2006/relationships/slide" Target="/ppt/slides/slide5.xml" Id="R3b2e09259fe34ace" /><Relationship Type="http://schemas.openxmlformats.org/officeDocument/2006/relationships/slide" Target="/ppt/slides/slide6.xml" Id="R3a58ae6d91834ff0" /><Relationship Type="http://schemas.openxmlformats.org/officeDocument/2006/relationships/slide" Target="/ppt/slides/slide7.xml" Id="R009b804a54384d32" /><Relationship Type="http://schemas.openxmlformats.org/officeDocument/2006/relationships/slide" Target="/ppt/slides/slide8.xml" Id="Rd9b3da56f7c1448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2a00bed4ab7402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Lato"/>
        <a:ea typeface=""/>
        <a:cs typeface=""/>
      </a:majorFont>
      <a:minorFont>
        <a:latin typeface="Lato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1ede5f48f6e42a6" /><Relationship Type="http://schemas.openxmlformats.org/officeDocument/2006/relationships/notesMaster" Target="/ppt/notesMasters/notesMaster1.xml" Id="Red9551c652a04a2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62370bc21ab4cd9" /><Relationship Type="http://schemas.openxmlformats.org/officeDocument/2006/relationships/notesMaster" Target="/ppt/notesMasters/notesMaster1.xml" Id="R5c7821363b0841f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d158f018ce74e69" /><Relationship Type="http://schemas.openxmlformats.org/officeDocument/2006/relationships/notesMaster" Target="/ppt/notesMasters/notesMaster1.xml" Id="R85e6b8eab0314cd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7b525dbe5654460" /><Relationship Type="http://schemas.openxmlformats.org/officeDocument/2006/relationships/notesMaster" Target="/ppt/notesMasters/notesMaster1.xml" Id="R1bf29c5e6121469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7a9da530b994790" /><Relationship Type="http://schemas.openxmlformats.org/officeDocument/2006/relationships/notesMaster" Target="/ppt/notesMasters/notesMaster1.xml" Id="R73a73790e8fc407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2d132c5b93b4415" /><Relationship Type="http://schemas.openxmlformats.org/officeDocument/2006/relationships/notesMaster" Target="/ppt/notesMasters/notesMaster1.xml" Id="Rb76c0eb536dc43e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c0f0186f79245d5" /><Relationship Type="http://schemas.openxmlformats.org/officeDocument/2006/relationships/notesMaster" Target="/ppt/notesMasters/notesMaster1.xml" Id="Re4197a37b60a404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d4e2d6835574719" /><Relationship Type="http://schemas.openxmlformats.org/officeDocument/2006/relationships/notesMaster" Target="/ppt/notesMasters/notesMaster1.xml" Id="Rb002465df02d41a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Apresentar o objetivo: cada processo recebe e envia blocos do mesmo arquivo. A ilustração representa o conceito de rede P2P. Fonte técnica: enunciado SD_TP2_2_2026.pdf, seções 1 e 2.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Cada peer configura os outros três como vizinhos. Cada leecher inicia uma tarefa cliente por vizinho e continua tentando o primeiro contato mesmo se concluir o arquivo rapidamente. A semente completa aceita conexões sem precisar baixar. O servidor serve blocos já verificados enquanto o cliente baixa.</a:t>
            </a:r>
          </a:p>
          <a:p xmlns:a="http://schemas.openxmlformats.org/drawingml/2006/main">
            <a:r>
              <a:t>Fonte: https://github.com/Augusto42/sd-tp2-p2p-2026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 metadado contém tamanho do arquivo, tamanho de bloco, hashes individuais e hash completo. O último bloco pode ser menor. A escrita usa offset no arquivo parcial. have é atualizado somente após a validação e escrita. busy evita solicitações duplicadas. Fonte: src/peer.py, put e finish.</a:t>
            </a:r>
          </a:p>
          <a:p xmlns:a="http://schemas.openxmlformats.org/drawingml/2006/main">
            <a:r>
              <a:t>Fonte: https://github.com/Augusto42/sd-tp2-p2p-2026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Cada frame começa com quatro bytes big-endian contendo o tamanho do corpo. readexactly reconstrói mensagens mesmo quando TCP as divide. Um pedido por conexão fica em voo. Timeout de conexão: 2 s. Resposta: 5 s. Nova tentativa: 100 ms. Fonte: docs/protocolo.md e src/peer.py.</a:t>
            </a:r>
          </a:p>
          <a:p xmlns:a="http://schemas.openxmlformats.org/drawingml/2006/main">
            <a:r>
              <a:t>Fonte: https://github.com/Augusto42/sd-tp2-p2p-2026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24 configurações x 5 repetições = 120 execuções. Dois/quatro peers, blocos de 1.024/4.096 bytes e arquivos de 10/20 KiB, 1/5/10/20 MiB. Malha completa. Ordem embaralhada por repetição, arquivos pseudoaleatórios replicáveis com seed 2026. Verificação de tamanho, SHA-256, índices, fontes e conexão a todos os vizinhos. Processos independentes em TCP loopback. Comando: python3 executar.py --testes --repeticoes 5 --seed 2026.</a:t>
            </a:r>
          </a:p>
          <a:p xmlns:a="http://schemas.openxmlformats.org/drawingml/2006/main">
            <a:r>
              <a:t>Fonte: https://github.com/Augusto42/sd-tp2-p2p-2026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Médias e desvios calculados automaticamente dos cinco tempos por configuração em resultados/estatisticas.json: [{"peers":2,"block_bytes":1024,"size_bytes":20971520,"repetitions":5,"mean_seconds":4.05026,"std_seconds":0.7943199091046377,"min_seconds":3.3614,"max_seconds":5.141,"seconds":[5.141,3.7553,3.3614,4.616,3.3776],"integrity":"PASS","topology":"mesh"},{"peers":4,"block_bytes":1024,"size_bytes":20971520,"repetitions":5,"mean_seconds":9.61766,"std_seconds":1.6812387941633995,"min_seconds":7.4895,"max_seconds":11.3061,"seconds":[11.3015,11.3061,8.5974,7.4895,9.3938],"integrity":"PASS","topology":"mesh"},{"peers":2,"block_bytes":4096,"size_bytes":20971520,"repetitions":5,"mean_seconds":1.343,"std_seconds":0.19280001296680455,"min_seconds":1.1294,"max_seconds":1.5704,"seconds":[1.1294,1.2537,1.2384,1.5704,1.5231],"integrity":"PASS","topology":"mesh"},{"peers":4,"block_bytes":4096,"size_bytes":20971520,"repetitions":5,"mean_seconds":2.6962,"std_seconds":0.5765892298681965,"min_seconds":2.1876,"max_seconds":3.412,"seconds":[2.4346,3.412,3.2178,2.1876,2.229],"integrity":"PASS","topology":"mesh"}]. Desvio-padrão amostral, denominador n-1. Quatro peers entregam três cópias. Inclui inicialização, logs e contato com todos os vizinhos. Sem inferência de desempenho em LAN/WAN.</a:t>
            </a:r>
          </a:p>
          <a:p xmlns:a="http://schemas.openxmlformats.org/drawingml/2006/main">
            <a:r>
              <a:t>Fonte: https://github.com/Augusto42/sd-tp2-p2p-2026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Cinco sorteios reproduzíveis entre quatro peers, seeds 0 a 4. SIGKILL aplicado enquanto downloads dos sobreviventes ainda estavam incompletos e após observar dados recebidos do peer escolhido. Duas sementes iniciais garantem disponibilidade. Os sobreviventes receberam novos blocos de outras fontes e concluíram sem reiniciar o peer morto. Dados: [{"seed":0,"peer":3,"blocks":{"2":402},"sources":{"2":[38031,43499]},"seconds":0.8297,"hash":"9fd6bacd218559526a9fc1abd35692c465fede0352bc1ce148c8eecce6ec6081"},{"seed":1,"peer":1,"blocks":{"2":488,"3":487},"sources":{"2":[36089,45867],"3":[36089,46947,51943]},"seconds":1.7487,"hash":"6a8529956c7a3c8926785a34bf6e4527a0193725b1aa43e8d96ff26943c9fbfd"},{"seed":2,"peer":0,"blocks":{"2":449,"3":462},"sources":{"2":[45089,60595],"3":[41481,45089,59655]},"seconds":1.3939,"hash":"c1208dd98a06878af2b6d19f1e3ed46275d0af1d3cdcfac5e4436e7a8e73d617"},{"seed":3,"peer":1,"blocks":{"2":475,"3":493},"sources":{"2":[41419,44605],"3":[44605,45605]},"seconds":1.654,"hash":"c068aedf351f92f867fc32fb74552f81b2c1b05711a31ff151a06eeb3f5b86f2"},{"seed":4,"peer":1,"blocks":{"2":472,"3":454},"sources":{"2":[38713,48885],"3":[38713,48055]},"seconds":1.1411,"hash":"bd2b917729e756f7f55137f5ddc52c727f87edca06b9bdf8ef3e0a86593431d0"}]. Também passaram queda temporária da única semente, queda permanente controlada, redistribuição parcial, início tardio e malha completa. Total: 130 integrações e 11 unitários.</a:t>
            </a:r>
          </a:p>
          <a:p xmlns:a="http://schemas.openxmlformats.org/drawingml/2006/main">
            <a:r>
              <a:t>Fonte: https://github.com/Augusto42/sd-tp2-p2p-2026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Executar python3 executar.py na raiz. O programa gera arquivo/metadados, inicia quatro processos em malha, mata e reinicia a única semente no primeiro cenário; no segundo sorteia um peer e mata sem retorno, com duas sementes iniciais. Confere tamanho e SHA-256 e encerra todos os processos automaticamente. Não é preciso abrir terminais adicionais. Para repetir o sorteio usar --demo --seed 0. Logs em resultados/demo. Augusto acompanha por compartilhamento de tela. O peer individual continua servindo para os demais; o executor encerra a rede ao fim. Reiniciar o próprio leecher descarta seu parcial.</a:t>
            </a:r>
          </a:p>
          <a:p xmlns:a="http://schemas.openxmlformats.org/drawingml/2006/main">
            <a:r>
              <a:t>Fonte: https://github.com/Augusto42/sd-tp2-p2p-2026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8c1719330f244b1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5e1bfa5e7884916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43d50f1391c4a66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8f0a8b50386466a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13694f7bf98443f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5acd20b16a44e20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02824031-8AB6-4A45-BFB0-85A1B9B6C02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97ED739D-60ED-406F-B953-CC947441CC84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66F066C7-D7CE-45EF-B4C1-726B608426E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0B6600A8-0E84-48F6-9FA2-F940B2C1247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26816FF9-BB09-495A-BB5F-0D2354EC2AA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8855CBC8-F5FD-4D99-A184-FB73CA89D71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FB4C841B-5D80-46B0-8C45-CABF93DD2FA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0130E732-EF98-477E-8F99-A82F62FC4F63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406BD6AF-1C25-4C6D-8BAF-91B2F307F40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705A5C9D-1823-4F1F-A890-2F5DFC69DA5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725b3912a134d19" /><Relationship Type="http://schemas.openxmlformats.org/officeDocument/2006/relationships/slideLayout" Target="/ppt/slideLayouts/slideLayout1.xml" Id="Rd8b4b72b4e314ac0" /><Relationship Type="http://schemas.openxmlformats.org/officeDocument/2006/relationships/slideLayout" Target="/ppt/slideLayouts/slideLayout2.xml" Id="R3143612235fc48f4" /><Relationship Type="http://schemas.openxmlformats.org/officeDocument/2006/relationships/slideLayout" Target="/ppt/slideLayouts/slideLayout3.xml" Id="Ref444c722afc4a7a" /><Relationship Type="http://schemas.openxmlformats.org/officeDocument/2006/relationships/slideLayout" Target="/ppt/slideLayouts/slideLayout4.xml" Id="Ra24912a46abd4a89" /><Relationship Type="http://schemas.openxmlformats.org/officeDocument/2006/relationships/slideLayout" Target="/ppt/slideLayouts/slideLayout5.xml" Id="Rc10395e5bf41480c" /><Relationship Type="http://schemas.openxmlformats.org/officeDocument/2006/relationships/slideLayout" Target="/ppt/slideLayouts/slideLayout6.xml" Id="Rea0bcf2a7c21441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8b4b72b4e314ac0"/>
    <p:sldLayoutId xmlns:r="http://schemas.openxmlformats.org/officeDocument/2006/relationships" id="2147483650" r:id="R3143612235fc48f4"/>
    <p:sldLayoutId xmlns:r="http://schemas.openxmlformats.org/officeDocument/2006/relationships" id="2147483651" r:id="Ref444c722afc4a7a"/>
    <p:sldLayoutId xmlns:r="http://schemas.openxmlformats.org/officeDocument/2006/relationships" id="2147483652" r:id="Ra24912a46abd4a89"/>
    <p:sldLayoutId xmlns:r="http://schemas.openxmlformats.org/officeDocument/2006/relationships" id="2147483653" r:id="Rc10395e5bf41480c"/>
    <p:sldLayoutId xmlns:r="http://schemas.openxmlformats.org/officeDocument/2006/relationships" id="2147483654" r:id="Rea0bcf2a7c21441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Lato"/>
        <a:ea typeface=""/>
        <a:cs typeface=""/>
      </a:majorFont>
      <a:minorFont>
        <a:latin typeface="Lato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b1d4e6b9d984621" /><Relationship Type="http://schemas.openxmlformats.org/officeDocument/2006/relationships/image" Target="/ppt/media/image.png" Id="Ra3e52bd894384b8c" /><Relationship Type="http://schemas.openxmlformats.org/officeDocument/2006/relationships/notesSlide" Target="/ppt/notesSlides/notesSlide1.xml" Id="Rd5c9ff9612e0427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97c4e51d4f84032" /><Relationship Type="http://schemas.openxmlformats.org/officeDocument/2006/relationships/notesSlide" Target="/ppt/notesSlides/notesSlide2.xml" Id="R786d31863d6941c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405876278074056" /><Relationship Type="http://schemas.openxmlformats.org/officeDocument/2006/relationships/notesSlide" Target="/ppt/notesSlides/notesSlide3.xml" Id="R8a51e28fa36b40a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5015f312c634c09" /><Relationship Type="http://schemas.openxmlformats.org/officeDocument/2006/relationships/notesSlide" Target="/ppt/notesSlides/notesSlide4.xml" Id="R50e8d141251e40b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92ef00ad15247bf" /><Relationship Type="http://schemas.openxmlformats.org/officeDocument/2006/relationships/notesSlide" Target="/ppt/notesSlides/notesSlide5.xml" Id="Rce606ba421a3473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ea2544dd3854106" /><Relationship Type="http://schemas.openxmlformats.org/officeDocument/2006/relationships/chart" Target="/ppt/slides/charts/chart1.xml" Id="Rd6de7bbfa95347de" /><Relationship Type="http://schemas.openxmlformats.org/officeDocument/2006/relationships/notesSlide" Target="/ppt/notesSlides/notesSlide6.xml" Id="R360e734174cc42c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f95675ec422432f" /><Relationship Type="http://schemas.openxmlformats.org/officeDocument/2006/relationships/notesSlide" Target="/ppt/notesSlides/notesSlide7.xml" Id="R8828c77f951e4d6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d54d7a06eaf4754" /><Relationship Type="http://schemas.openxmlformats.org/officeDocument/2006/relationships/notesSlide" Target="/ppt/notesSlides/notesSlide8.xml" Id="Rc5ba110c34d344fb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chart1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Bloco de 1 KiB</c:v>
          </c:tx>
          <c:spPr>
            <a:solidFill xmlns:a="http://schemas.openxmlformats.org/drawingml/2006/main">
              <a:srgbClr val="087E83"/>
            </a:solidFill>
          </c:spPr>
          <c:invertIfNegative val="0"/>
          <c:cat>
            <c:strRef>
              <c:f>'Chart Data'!$A$2:$A$3</c:f>
              <c:strCache>
                <c:ptCount val="2"/>
                <c:pt idx="0">
                  <c:v>2 peers</c:v>
                </c:pt>
                <c:pt idx="1">
                  <c:v>4 peers</c:v>
                </c:pt>
              </c:strCache>
            </c:strRef>
          </c:cat>
          <c:val>
            <c:numRef>
              <c:f>'Chart Data'!$B$2:$B$3</c:f>
              <c:numCache>
                <c:formatCode>General</c:formatCode>
                <c:ptCount val="2"/>
                <c:pt idx="0">
                  <c:v>4.05026</c:v>
                </c:pt>
                <c:pt idx="1">
                  <c:v>9.61766</c:v>
                </c:pt>
              </c:numCache>
            </c:numRef>
          </c:val>
        </c:ser>
        <c:ser>
          <c:idx val="1"/>
          <c:order val="1"/>
          <c:tx>
            <c:v>Bloco de 4 KiB</c:v>
          </c:tx>
          <c:spPr>
            <a:solidFill xmlns:a="http://schemas.openxmlformats.org/drawingml/2006/main">
              <a:srgbClr val="97B8B3"/>
            </a:solidFill>
          </c:spPr>
          <c:invertIfNegative val="0"/>
          <c:cat>
            <c:strRef>
              <c:f>'Chart Data'!$C$2:$C$3</c:f>
              <c:strCache>
                <c:ptCount val="2"/>
                <c:pt idx="0">
                  <c:v>2 peers</c:v>
                </c:pt>
                <c:pt idx="1">
                  <c:v>4 peers</c:v>
                </c:pt>
              </c:strCache>
            </c:strRef>
          </c:cat>
          <c:val>
            <c:numRef>
              <c:f>'Chart Data'!$D$2:$D$3</c:f>
              <c:numCache>
                <c:formatCode>General</c:formatCode>
                <c:ptCount val="2"/>
                <c:pt idx="0">
                  <c:v>1.343</c:v>
                </c:pt>
                <c:pt idx="1">
                  <c:v>2.6962</c:v>
                </c:pt>
              </c:numCache>
            </c:numRef>
          </c:val>
        </c:ser>
        <c:dLbls>
          <c:numFmt formatCode="0.00" sourceLinked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725" b="1">
                  <a:solidFill>
                    <a:srgbClr val="142F3A"/>
                  </a:solidFill>
                  <a:latin typeface="Lato"/>
                  <a:ea typeface="Lato"/>
                  <a:cs typeface="Lato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2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142F3A"/>
                </a:solidFill>
                <a:latin typeface="Lato"/>
                <a:ea typeface="Lato"/>
                <a:cs typeface="Lato"/>
              </a:defRPr>
            </a:pPr>
          </a:p>
        </c:txPr>
        <c:crossAx val="48672768"/>
      </c:catAx>
      <c:valAx>
        <c:axId val="48672768"/>
        <c:scaling>
          <c:orientation val="minMax"/>
          <c:max val="12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8DEDB"/>
              </a:solidFill>
              <a:prstDash val="solid"/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Lato"/>
                    <a:ea typeface="Lato"/>
                    <a:cs typeface="Lato"/>
                  </a:rPr>
                  <a:t>Tempo (s)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Lato"/>
                  <a:ea typeface="Lato"/>
                  <a:cs typeface="Lato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566C74"/>
                </a:solidFill>
                <a:latin typeface="Lato"/>
                <a:ea typeface="Lato"/>
                <a:cs typeface="Lato"/>
              </a:defRPr>
            </a:pPr>
          </a:p>
        </c:txPr>
        <c:crossAx val="48650112"/>
        <c:crossBetween val="between"/>
        <c:majorUnit val="2"/>
      </c:valAx>
      <c:spPr>
        <a:solidFill xmlns:a="http://schemas.openxmlformats.org/drawingml/2006/main">
          <a:srgbClr val="F5F4EF"/>
        </a:solidFill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725">
              <a:solidFill>
                <a:srgbClr val="142F3A"/>
              </a:solidFill>
              <a:latin typeface="Lato"/>
              <a:ea typeface="Lato"/>
              <a:cs typeface="Lato"/>
            </a:defRPr>
          </a:pPr>
        </a:p>
      </c:txPr>
    </c:legend>
    <c:plotVisOnly val="1"/>
  </c:chart>
  <c:spPr>
    <a:solidFill xmlns:a="http://schemas.openxmlformats.org/drawingml/2006/main">
      <a:srgbClr val="F5F4EF"/>
    </a:solidFill>
  </c:spPr>
  <c:externalData xmlns:r="http://schemas.openxmlformats.org/officeDocument/2006/relationships"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01E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45F6A9D-1D19-43F1-A830-2A7416D79B3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3e52bd894384b8c"/>
          <a:stretch xmlns:a="http://schemas.openxmlformats.org/drawingml/2006/main"/>
        </p:blipFill>
        <p:spPr>
          <a:xfrm xmlns:a="http://schemas.openxmlformats.org/drawingml/2006/main">
            <a:off x="6191250" y="523875"/>
            <a:ext cx="5810250" cy="581025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7C28DA2-61A1-4EA1-BC36-42593C1F1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6750"/>
            <a:ext cx="5524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1">
                <a:solidFill>
                  <a:srgbClr val="64DFCD"/>
                </a:solidFill>
                <a:latin typeface="Lato"/>
                <a:ea typeface="Lato"/>
                <a:cs typeface="Lato"/>
              </a:defRPr>
            </a:defPPr>
            <a:lvl1pPr>
              <a:buNone/>
              <a:defRPr sz="1650" b="1">
                <a:solidFill>
                  <a:srgbClr val="64DFCD"/>
                </a:solidFill>
                <a:latin typeface="Lato"/>
                <a:ea typeface="Lato"/>
                <a:cs typeface="Lato"/>
              </a:defRPr>
            </a:lvl1pPr>
            <a:lvl2pPr>
              <a:buNone/>
              <a:defRPr sz="1650" b="1">
                <a:solidFill>
                  <a:srgbClr val="64DFCD"/>
                </a:solidFill>
                <a:latin typeface="Lato"/>
                <a:ea typeface="Lato"/>
                <a:cs typeface="Lato"/>
              </a:defRPr>
            </a:lvl2pPr>
            <a:lvl3pPr>
              <a:buNone/>
              <a:defRPr sz="1650" b="1">
                <a:solidFill>
                  <a:srgbClr val="64DFCD"/>
                </a:solidFill>
                <a:latin typeface="Lato"/>
                <a:ea typeface="Lato"/>
                <a:cs typeface="Lato"/>
              </a:defRPr>
            </a:lvl3pPr>
            <a:lvl4pPr>
              <a:buNone/>
              <a:defRPr sz="1650" b="1">
                <a:solidFill>
                  <a:srgbClr val="64DFCD"/>
                </a:solidFill>
                <a:latin typeface="Lato"/>
                <a:ea typeface="Lato"/>
                <a:cs typeface="Lato"/>
              </a:defRPr>
            </a:lvl4pPr>
            <a:lvl5pPr>
              <a:buNone/>
              <a:defRPr sz="1650" b="1">
                <a:solidFill>
                  <a:srgbClr val="64DFCD"/>
                </a:solidFill>
                <a:latin typeface="Lato"/>
                <a:ea typeface="Lato"/>
                <a:cs typeface="Lato"/>
              </a:defRPr>
            </a:lvl5pPr>
            <a:lvl6pPr>
              <a:buNone/>
              <a:defRPr sz="1650" b="1">
                <a:solidFill>
                  <a:srgbClr val="64DFCD"/>
                </a:solidFill>
                <a:latin typeface="Lato"/>
                <a:ea typeface="Lato"/>
                <a:cs typeface="Lato"/>
              </a:defRPr>
            </a:lvl6pPr>
            <a:lvl7pPr>
              <a:buNone/>
              <a:defRPr sz="1650" b="1">
                <a:solidFill>
                  <a:srgbClr val="64DFCD"/>
                </a:solidFill>
                <a:latin typeface="Lato"/>
                <a:ea typeface="Lato"/>
                <a:cs typeface="Lato"/>
              </a:defRPr>
            </a:lvl7pPr>
            <a:lvl8pPr>
              <a:buNone/>
              <a:defRPr sz="1650" b="1">
                <a:solidFill>
                  <a:srgbClr val="64DFCD"/>
                </a:solidFill>
                <a:latin typeface="Lato"/>
                <a:ea typeface="Lato"/>
                <a:cs typeface="Lato"/>
              </a:defRPr>
            </a:lvl8pPr>
            <a:lvl9pPr>
              <a:buNone/>
              <a:defRPr sz="1650" b="1">
                <a:solidFill>
                  <a:srgbClr val="64DFCD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>
              <a:buNone/>
              <a:defRPr sz="1650" b="1">
                <a:solidFill>
                  <a:srgbClr val="64DFCD"/>
                </a:solidFill>
                <a:latin typeface="Lato"/>
                <a:ea typeface="Lato"/>
                <a:cs typeface="Lato"/>
              </a:defRPr>
            </a:pPr>
            <a:r>
              <a:rPr sz="1650" b="1">
                <a:solidFill>
                  <a:srgbClr val="64DFCD"/>
                </a:solidFill>
                <a:latin typeface="Lato"/>
                <a:ea typeface="Lato"/>
                <a:cs typeface="Lato"/>
              </a:rPr>
              <a:t>SISTEMAS DISTRIBUÍDOS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894A3DC-3D75-4215-A2DF-079F0206C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09700"/>
            <a:ext cx="5810250" cy="247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5100" b="1">
                <a:solidFill>
                  <a:srgbClr val="FFFFFF"/>
                </a:solidFill>
                <a:latin typeface="Lato"/>
                <a:ea typeface="Lato"/>
                <a:cs typeface="Lato"/>
              </a:defRPr>
            </a:defPPr>
            <a:lvl1pPr>
              <a:buNone/>
              <a:defRPr sz="5100" b="1">
                <a:solidFill>
                  <a:srgbClr val="FFFFFF"/>
                </a:solidFill>
                <a:latin typeface="Lato"/>
                <a:ea typeface="Lato"/>
                <a:cs typeface="Lato"/>
              </a:defRPr>
            </a:lvl1pPr>
            <a:lvl2pPr>
              <a:buNone/>
              <a:defRPr sz="5100" b="1">
                <a:solidFill>
                  <a:srgbClr val="FFFFFF"/>
                </a:solidFill>
                <a:latin typeface="Lato"/>
                <a:ea typeface="Lato"/>
                <a:cs typeface="Lato"/>
              </a:defRPr>
            </a:lvl2pPr>
            <a:lvl3pPr>
              <a:buNone/>
              <a:defRPr sz="5100" b="1">
                <a:solidFill>
                  <a:srgbClr val="FFFFFF"/>
                </a:solidFill>
                <a:latin typeface="Lato"/>
                <a:ea typeface="Lato"/>
                <a:cs typeface="Lato"/>
              </a:defRPr>
            </a:lvl3pPr>
            <a:lvl4pPr>
              <a:buNone/>
              <a:defRPr sz="5100" b="1">
                <a:solidFill>
                  <a:srgbClr val="FFFFFF"/>
                </a:solidFill>
                <a:latin typeface="Lato"/>
                <a:ea typeface="Lato"/>
                <a:cs typeface="Lato"/>
              </a:defRPr>
            </a:lvl4pPr>
            <a:lvl5pPr>
              <a:buNone/>
              <a:defRPr sz="5100" b="1">
                <a:solidFill>
                  <a:srgbClr val="FFFFFF"/>
                </a:solidFill>
                <a:latin typeface="Lato"/>
                <a:ea typeface="Lato"/>
                <a:cs typeface="Lato"/>
              </a:defRPr>
            </a:lvl5pPr>
            <a:lvl6pPr>
              <a:buNone/>
              <a:defRPr sz="5100" b="1">
                <a:solidFill>
                  <a:srgbClr val="FFFFFF"/>
                </a:solidFill>
                <a:latin typeface="Lato"/>
                <a:ea typeface="Lato"/>
                <a:cs typeface="Lato"/>
              </a:defRPr>
            </a:lvl6pPr>
            <a:lvl7pPr>
              <a:buNone/>
              <a:defRPr sz="5100" b="1">
                <a:solidFill>
                  <a:srgbClr val="FFFFFF"/>
                </a:solidFill>
                <a:latin typeface="Lato"/>
                <a:ea typeface="Lato"/>
                <a:cs typeface="Lato"/>
              </a:defRPr>
            </a:lvl7pPr>
            <a:lvl8pPr>
              <a:buNone/>
              <a:defRPr sz="5100" b="1">
                <a:solidFill>
                  <a:srgbClr val="FFFFFF"/>
                </a:solidFill>
                <a:latin typeface="Lato"/>
                <a:ea typeface="Lato"/>
                <a:cs typeface="Lato"/>
              </a:defRPr>
            </a:lvl8pPr>
            <a:lvl9pPr>
              <a:buNone/>
              <a:defRPr sz="5100" b="1">
                <a:solidFill>
                  <a:srgbClr val="FFFFFF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>
              <a:buNone/>
              <a:defRPr sz="5100" b="1">
                <a:solidFill>
                  <a:srgbClr val="FFFFFF"/>
                </a:solidFill>
                <a:latin typeface="Lato"/>
                <a:ea typeface="Lato"/>
                <a:cs typeface="Lato"/>
              </a:defRPr>
            </a:pPr>
            <a:r>
              <a:rPr sz="5100" b="1">
                <a:solidFill>
                  <a:srgbClr val="FFFFFF"/>
                </a:solidFill>
                <a:latin typeface="Lato"/>
                <a:ea typeface="Lato"/>
                <a:cs typeface="Lato"/>
              </a:rPr>
              <a:t>Transferência</a:t>
            </a:r>
          </a:p>
          <a:p xmlns:a="http://schemas.openxmlformats.org/drawingml/2006/main">
            <a:pPr>
              <a:buNone/>
              <a:defRPr sz="5100" b="1">
                <a:solidFill>
                  <a:srgbClr val="FFFFFF"/>
                </a:solidFill>
                <a:latin typeface="Lato"/>
                <a:ea typeface="Lato"/>
                <a:cs typeface="Lato"/>
              </a:defRPr>
            </a:pPr>
            <a:r>
              <a:rPr sz="5100" b="1">
                <a:solidFill>
                  <a:srgbClr val="FFFFFF"/>
                </a:solidFill>
                <a:latin typeface="Lato"/>
                <a:ea typeface="Lato"/>
                <a:cs typeface="Lato"/>
              </a:rPr>
              <a:t>de arquivos</a:t>
            </a:r>
          </a:p>
          <a:p xmlns:a="http://schemas.openxmlformats.org/drawingml/2006/main">
            <a:pPr>
              <a:buNone/>
              <a:defRPr sz="5100" b="1">
                <a:solidFill>
                  <a:srgbClr val="FFFFFF"/>
                </a:solidFill>
                <a:latin typeface="Lato"/>
                <a:ea typeface="Lato"/>
                <a:cs typeface="Lato"/>
              </a:defRPr>
            </a:pPr>
            <a:r>
              <a:rPr sz="5100" b="1">
                <a:solidFill>
                  <a:srgbClr val="FFFFFF"/>
                </a:solidFill>
                <a:latin typeface="Lato"/>
                <a:ea typeface="Lato"/>
                <a:cs typeface="Lato"/>
              </a:rPr>
              <a:t>P2P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9F1AEBF-2773-438B-8D1A-059F20640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29150"/>
            <a:ext cx="5619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FFFFFF"/>
                </a:solidFill>
                <a:latin typeface="Lato"/>
                <a:ea typeface="Lato"/>
                <a:cs typeface="Lato"/>
              </a:defRPr>
            </a:defPPr>
            <a:lvl1pPr>
              <a:buNone/>
              <a:defRPr sz="1875" b="0">
                <a:solidFill>
                  <a:srgbClr val="FFFFFF"/>
                </a:solidFill>
                <a:latin typeface="Lato"/>
                <a:ea typeface="Lato"/>
                <a:cs typeface="Lato"/>
              </a:defRPr>
            </a:lvl1pPr>
            <a:lvl2pPr>
              <a:buNone/>
              <a:defRPr sz="1875" b="0">
                <a:solidFill>
                  <a:srgbClr val="FFFFFF"/>
                </a:solidFill>
                <a:latin typeface="Lato"/>
                <a:ea typeface="Lato"/>
                <a:cs typeface="Lato"/>
              </a:defRPr>
            </a:lvl2pPr>
            <a:lvl3pPr>
              <a:buNone/>
              <a:defRPr sz="1875" b="0">
                <a:solidFill>
                  <a:srgbClr val="FFFFFF"/>
                </a:solidFill>
                <a:latin typeface="Lato"/>
                <a:ea typeface="Lato"/>
                <a:cs typeface="Lato"/>
              </a:defRPr>
            </a:lvl3pPr>
            <a:lvl4pPr>
              <a:buNone/>
              <a:defRPr sz="1875" b="0">
                <a:solidFill>
                  <a:srgbClr val="FFFFFF"/>
                </a:solidFill>
                <a:latin typeface="Lato"/>
                <a:ea typeface="Lato"/>
                <a:cs typeface="Lato"/>
              </a:defRPr>
            </a:lvl4pPr>
            <a:lvl5pPr>
              <a:buNone/>
              <a:defRPr sz="1875" b="0">
                <a:solidFill>
                  <a:srgbClr val="FFFFFF"/>
                </a:solidFill>
                <a:latin typeface="Lato"/>
                <a:ea typeface="Lato"/>
                <a:cs typeface="Lato"/>
              </a:defRPr>
            </a:lvl5pPr>
            <a:lvl6pPr>
              <a:buNone/>
              <a:defRPr sz="1875" b="0">
                <a:solidFill>
                  <a:srgbClr val="FFFFFF"/>
                </a:solidFill>
                <a:latin typeface="Lato"/>
                <a:ea typeface="Lato"/>
                <a:cs typeface="Lato"/>
              </a:defRPr>
            </a:lvl6pPr>
            <a:lvl7pPr>
              <a:buNone/>
              <a:defRPr sz="1875" b="0">
                <a:solidFill>
                  <a:srgbClr val="FFFFFF"/>
                </a:solidFill>
                <a:latin typeface="Lato"/>
                <a:ea typeface="Lato"/>
                <a:cs typeface="Lato"/>
              </a:defRPr>
            </a:lvl7pPr>
            <a:lvl8pPr>
              <a:buNone/>
              <a:defRPr sz="1875" b="0">
                <a:solidFill>
                  <a:srgbClr val="FFFFFF"/>
                </a:solidFill>
                <a:latin typeface="Lato"/>
                <a:ea typeface="Lato"/>
                <a:cs typeface="Lato"/>
              </a:defRPr>
            </a:lvl8pPr>
            <a:lvl9pPr>
              <a:buNone/>
              <a:defRPr sz="1875" b="0">
                <a:solidFill>
                  <a:srgbClr val="FFFFFF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>
              <a:buNone/>
              <a:defRPr sz="1875" b="0">
                <a:solidFill>
                  <a:srgbClr val="FFFFFF"/>
                </a:solidFill>
                <a:latin typeface="Lato"/>
                <a:ea typeface="Lato"/>
                <a:cs typeface="Lato"/>
              </a:defRPr>
            </a:pPr>
            <a:r>
              <a:rPr sz="1875" b="0">
                <a:solidFill>
                  <a:srgbClr val="FFFFFF"/>
                </a:solidFill>
                <a:latin typeface="Lato"/>
                <a:ea typeface="Lato"/>
                <a:cs typeface="Lato"/>
              </a:rPr>
              <a:t>Augusto Coelho Fagundes</a:t>
            </a:r>
          </a:p>
          <a:p xmlns:a="http://schemas.openxmlformats.org/drawingml/2006/main">
            <a:pPr>
              <a:buNone/>
              <a:defRPr sz="1875" b="0">
                <a:solidFill>
                  <a:srgbClr val="FFFFFF"/>
                </a:solidFill>
                <a:latin typeface="Lato"/>
                <a:ea typeface="Lato"/>
                <a:cs typeface="Lato"/>
              </a:defRPr>
            </a:pPr>
            <a:r>
              <a:rPr sz="1875" b="0">
                <a:solidFill>
                  <a:srgbClr val="FFFFFF"/>
                </a:solidFill>
                <a:latin typeface="Lato"/>
                <a:ea typeface="Lato"/>
                <a:cs typeface="Lato"/>
              </a:rPr>
              <a:t>ADJAILSON FREIRE DE SÁ FILHO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33B57C0-3D42-452C-9D96-65AD4D6B3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561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 b="0">
                <a:solidFill>
                  <a:srgbClr val="B4C6CB"/>
                </a:solidFill>
                <a:latin typeface="Lato"/>
                <a:ea typeface="Lato"/>
                <a:cs typeface="Lato"/>
              </a:defRPr>
            </a:defPPr>
            <a:lvl1pPr>
              <a:buNone/>
              <a:defRPr sz="1575" b="0">
                <a:solidFill>
                  <a:srgbClr val="B4C6CB"/>
                </a:solidFill>
                <a:latin typeface="Lato"/>
                <a:ea typeface="Lato"/>
                <a:cs typeface="Lato"/>
              </a:defRPr>
            </a:lvl1pPr>
            <a:lvl2pPr>
              <a:buNone/>
              <a:defRPr sz="1575" b="0">
                <a:solidFill>
                  <a:srgbClr val="B4C6CB"/>
                </a:solidFill>
                <a:latin typeface="Lato"/>
                <a:ea typeface="Lato"/>
                <a:cs typeface="Lato"/>
              </a:defRPr>
            </a:lvl2pPr>
            <a:lvl3pPr>
              <a:buNone/>
              <a:defRPr sz="1575" b="0">
                <a:solidFill>
                  <a:srgbClr val="B4C6CB"/>
                </a:solidFill>
                <a:latin typeface="Lato"/>
                <a:ea typeface="Lato"/>
                <a:cs typeface="Lato"/>
              </a:defRPr>
            </a:lvl3pPr>
            <a:lvl4pPr>
              <a:buNone/>
              <a:defRPr sz="1575" b="0">
                <a:solidFill>
                  <a:srgbClr val="B4C6CB"/>
                </a:solidFill>
                <a:latin typeface="Lato"/>
                <a:ea typeface="Lato"/>
                <a:cs typeface="Lato"/>
              </a:defRPr>
            </a:lvl4pPr>
            <a:lvl5pPr>
              <a:buNone/>
              <a:defRPr sz="1575" b="0">
                <a:solidFill>
                  <a:srgbClr val="B4C6CB"/>
                </a:solidFill>
                <a:latin typeface="Lato"/>
                <a:ea typeface="Lato"/>
                <a:cs typeface="Lato"/>
              </a:defRPr>
            </a:lvl5pPr>
            <a:lvl6pPr>
              <a:buNone/>
              <a:defRPr sz="1575" b="0">
                <a:solidFill>
                  <a:srgbClr val="B4C6CB"/>
                </a:solidFill>
                <a:latin typeface="Lato"/>
                <a:ea typeface="Lato"/>
                <a:cs typeface="Lato"/>
              </a:defRPr>
            </a:lvl6pPr>
            <a:lvl7pPr>
              <a:buNone/>
              <a:defRPr sz="1575" b="0">
                <a:solidFill>
                  <a:srgbClr val="B4C6CB"/>
                </a:solidFill>
                <a:latin typeface="Lato"/>
                <a:ea typeface="Lato"/>
                <a:cs typeface="Lato"/>
              </a:defRPr>
            </a:lvl7pPr>
            <a:lvl8pPr>
              <a:buNone/>
              <a:defRPr sz="1575" b="0">
                <a:solidFill>
                  <a:srgbClr val="B4C6CB"/>
                </a:solidFill>
                <a:latin typeface="Lato"/>
                <a:ea typeface="Lato"/>
                <a:cs typeface="Lato"/>
              </a:defRPr>
            </a:lvl8pPr>
            <a:lvl9pPr>
              <a:buNone/>
              <a:defRPr sz="1575" b="0">
                <a:solidFill>
                  <a:srgbClr val="B4C6CB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>
              <a:buNone/>
              <a:defRPr sz="1575" b="0">
                <a:solidFill>
                  <a:srgbClr val="B4C6CB"/>
                </a:solidFill>
                <a:latin typeface="Lato"/>
                <a:ea typeface="Lato"/>
                <a:cs typeface="Lato"/>
              </a:defRPr>
            </a:pPr>
            <a:r>
              <a:rPr sz="1575" b="0">
                <a:solidFill>
                  <a:srgbClr val="B4C6CB"/>
                </a:solidFill>
                <a:latin typeface="Lato"/>
                <a:ea typeface="Lato"/>
                <a:cs typeface="Lato"/>
              </a:rPr>
              <a:t>CEFET-MG · TP2 · 2026/2</a:t>
            </a:r>
          </a:p>
          <a:p xmlns:a="http://schemas.openxmlformats.org/drawingml/2006/main">
            <a:pPr>
              <a:buNone/>
              <a:defRPr sz="1575" b="0">
                <a:solidFill>
                  <a:srgbClr val="B4C6CB"/>
                </a:solidFill>
                <a:latin typeface="Lato"/>
                <a:ea typeface="Lato"/>
                <a:cs typeface="Lato"/>
              </a:defRPr>
            </a:pPr>
            <a:r>
              <a:rPr sz="1575" b="0">
                <a:solidFill>
                  <a:srgbClr val="B4C6CB"/>
                </a:solidFill>
                <a:latin typeface="Lato"/>
                <a:ea typeface="Lato"/>
                <a:cs typeface="Lato"/>
              </a:rPr>
              <a:t>Professora Michelle Hanne</a:t>
            </a:r>
          </a:p>
        </p:txBody>
      </p:sp>
    </p:spTree>
    <p:extLst>
      <p:ext uri="{BB962C8B-B14F-4D97-AF65-F5344CB8AC3E}">
        <p14:creationId xmlns:p14="http://schemas.microsoft.com/office/powerpoint/2010/main" val="200702631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5F4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20C0135-B032-45AF-9E93-E6B60E03E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4350"/>
            <a:ext cx="10858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142F3A"/>
                </a:solidFill>
                <a:latin typeface="Lato"/>
                <a:ea typeface="Lato"/>
                <a:cs typeface="Lato"/>
              </a:defRPr>
            </a:defPPr>
            <a:lvl1pPr>
              <a:buNone/>
              <a:defRPr sz="3300" b="1">
                <a:solidFill>
                  <a:srgbClr val="142F3A"/>
                </a:solidFill>
                <a:latin typeface="Lato"/>
                <a:ea typeface="Lato"/>
                <a:cs typeface="Lato"/>
              </a:defRPr>
            </a:lvl1pPr>
            <a:lvl2pPr>
              <a:buNone/>
              <a:defRPr sz="3300" b="1">
                <a:solidFill>
                  <a:srgbClr val="142F3A"/>
                </a:solidFill>
                <a:latin typeface="Lato"/>
                <a:ea typeface="Lato"/>
                <a:cs typeface="Lato"/>
              </a:defRPr>
            </a:lvl2pPr>
            <a:lvl3pPr>
              <a:buNone/>
              <a:defRPr sz="3300" b="1">
                <a:solidFill>
                  <a:srgbClr val="142F3A"/>
                </a:solidFill>
                <a:latin typeface="Lato"/>
                <a:ea typeface="Lato"/>
                <a:cs typeface="Lato"/>
              </a:defRPr>
            </a:lvl3pPr>
            <a:lvl4pPr>
              <a:buNone/>
              <a:defRPr sz="3300" b="1">
                <a:solidFill>
                  <a:srgbClr val="142F3A"/>
                </a:solidFill>
                <a:latin typeface="Lato"/>
                <a:ea typeface="Lato"/>
                <a:cs typeface="Lato"/>
              </a:defRPr>
            </a:lvl4pPr>
            <a:lvl5pPr>
              <a:buNone/>
              <a:defRPr sz="3300" b="1">
                <a:solidFill>
                  <a:srgbClr val="142F3A"/>
                </a:solidFill>
                <a:latin typeface="Lato"/>
                <a:ea typeface="Lato"/>
                <a:cs typeface="Lato"/>
              </a:defRPr>
            </a:lvl5pPr>
            <a:lvl6pPr>
              <a:buNone/>
              <a:defRPr sz="3300" b="1">
                <a:solidFill>
                  <a:srgbClr val="142F3A"/>
                </a:solidFill>
                <a:latin typeface="Lato"/>
                <a:ea typeface="Lato"/>
                <a:cs typeface="Lato"/>
              </a:defRPr>
            </a:lvl6pPr>
            <a:lvl7pPr>
              <a:buNone/>
              <a:defRPr sz="3300" b="1">
                <a:solidFill>
                  <a:srgbClr val="142F3A"/>
                </a:solidFill>
                <a:latin typeface="Lato"/>
                <a:ea typeface="Lato"/>
                <a:cs typeface="Lato"/>
              </a:defRPr>
            </a:lvl7pPr>
            <a:lvl8pPr>
              <a:buNone/>
              <a:defRPr sz="3300" b="1">
                <a:solidFill>
                  <a:srgbClr val="142F3A"/>
                </a:solidFill>
                <a:latin typeface="Lato"/>
                <a:ea typeface="Lato"/>
                <a:cs typeface="Lato"/>
              </a:defRPr>
            </a:lvl8pPr>
            <a:lvl9pPr>
              <a:buNone/>
              <a:defRPr sz="3300" b="1">
                <a:solidFill>
                  <a:srgbClr val="142F3A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>
              <a:buNone/>
              <a:defRPr sz="3300" b="1">
                <a:solidFill>
                  <a:srgbClr val="142F3A"/>
                </a:solidFill>
                <a:latin typeface="Lato"/>
                <a:ea typeface="Lato"/>
                <a:cs typeface="Lato"/>
              </a:defRPr>
            </a:pPr>
            <a:r>
              <a:rPr sz="3300" b="1">
                <a:solidFill>
                  <a:srgbClr val="142F3A"/>
                </a:solidFill>
                <a:latin typeface="Lato"/>
                <a:ea typeface="Lato"/>
                <a:cs typeface="Lato"/>
              </a:rPr>
              <a:t>Um processo, dois papéis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43B5D34-FFE5-4B72-AD3D-70B927AC7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24600"/>
            <a:ext cx="47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>
                <a:solidFill>
                  <a:srgbClr val="566C74"/>
                </a:solidFill>
                <a:latin typeface="Lato"/>
                <a:ea typeface="Lato"/>
                <a:cs typeface="Lato"/>
              </a:defRPr>
            </a:defPPr>
            <a:lvl1pPr>
              <a:buNone/>
              <a:defRPr sz="1275" b="0">
                <a:solidFill>
                  <a:srgbClr val="566C74"/>
                </a:solidFill>
                <a:latin typeface="Lato"/>
                <a:ea typeface="Lato"/>
                <a:cs typeface="Lato"/>
              </a:defRPr>
            </a:lvl1pPr>
            <a:lvl2pPr>
              <a:buNone/>
              <a:defRPr sz="1275" b="0">
                <a:solidFill>
                  <a:srgbClr val="566C74"/>
                </a:solidFill>
                <a:latin typeface="Lato"/>
                <a:ea typeface="Lato"/>
                <a:cs typeface="Lato"/>
              </a:defRPr>
            </a:lvl2pPr>
            <a:lvl3pPr>
              <a:buNone/>
              <a:defRPr sz="1275" b="0">
                <a:solidFill>
                  <a:srgbClr val="566C74"/>
                </a:solidFill>
                <a:latin typeface="Lato"/>
                <a:ea typeface="Lato"/>
                <a:cs typeface="Lato"/>
              </a:defRPr>
            </a:lvl3pPr>
            <a:lvl4pPr>
              <a:buNone/>
              <a:defRPr sz="1275" b="0">
                <a:solidFill>
                  <a:srgbClr val="566C74"/>
                </a:solidFill>
                <a:latin typeface="Lato"/>
                <a:ea typeface="Lato"/>
                <a:cs typeface="Lato"/>
              </a:defRPr>
            </a:lvl4pPr>
            <a:lvl5pPr>
              <a:buNone/>
              <a:defRPr sz="1275" b="0">
                <a:solidFill>
                  <a:srgbClr val="566C74"/>
                </a:solidFill>
                <a:latin typeface="Lato"/>
                <a:ea typeface="Lato"/>
                <a:cs typeface="Lato"/>
              </a:defRPr>
            </a:lvl5pPr>
            <a:lvl6pPr>
              <a:buNone/>
              <a:defRPr sz="1275" b="0">
                <a:solidFill>
                  <a:srgbClr val="566C74"/>
                </a:solidFill>
                <a:latin typeface="Lato"/>
                <a:ea typeface="Lato"/>
                <a:cs typeface="Lato"/>
              </a:defRPr>
            </a:lvl6pPr>
            <a:lvl7pPr>
              <a:buNone/>
              <a:defRPr sz="1275" b="0">
                <a:solidFill>
                  <a:srgbClr val="566C74"/>
                </a:solidFill>
                <a:latin typeface="Lato"/>
                <a:ea typeface="Lato"/>
                <a:cs typeface="Lato"/>
              </a:defRPr>
            </a:lvl7pPr>
            <a:lvl8pPr>
              <a:buNone/>
              <a:defRPr sz="1275" b="0">
                <a:solidFill>
                  <a:srgbClr val="566C74"/>
                </a:solidFill>
                <a:latin typeface="Lato"/>
                <a:ea typeface="Lato"/>
                <a:cs typeface="Lato"/>
              </a:defRPr>
            </a:lvl8pPr>
            <a:lvl9pPr>
              <a:buNone/>
              <a:defRPr sz="1275" b="0">
                <a:solidFill>
                  <a:srgbClr val="566C74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>
              <a:buNone/>
              <a:defRPr sz="1275" b="0">
                <a:solidFill>
                  <a:srgbClr val="566C74"/>
                </a:solidFill>
                <a:latin typeface="Lato"/>
                <a:ea typeface="Lato"/>
                <a:cs typeface="Lato"/>
              </a:defRPr>
            </a:pPr>
            <a:r>
              <a:rPr sz="1275" b="0">
                <a:solidFill>
                  <a:srgbClr val="566C74"/>
                </a:solidFill>
                <a:latin typeface="Lato"/>
                <a:ea typeface="Lato"/>
                <a:cs typeface="Lato"/>
              </a:rPr>
              <a:t>02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7CA99E4-9E0B-416C-A7D3-DF3129440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95475"/>
            <a:ext cx="4953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1">
                <a:solidFill>
                  <a:srgbClr val="087E83"/>
                </a:solidFill>
                <a:latin typeface="Lato"/>
                <a:ea typeface="Lato"/>
                <a:cs typeface="Lato"/>
              </a:defRPr>
            </a:defPPr>
            <a:lvl1pPr>
              <a:buNone/>
              <a:defRPr sz="1950" b="1">
                <a:solidFill>
                  <a:srgbClr val="087E83"/>
                </a:solidFill>
                <a:latin typeface="Lato"/>
                <a:ea typeface="Lato"/>
                <a:cs typeface="Lato"/>
              </a:defRPr>
            </a:lvl1pPr>
            <a:lvl2pPr>
              <a:buNone/>
              <a:defRPr sz="1950" b="1">
                <a:solidFill>
                  <a:srgbClr val="087E83"/>
                </a:solidFill>
                <a:latin typeface="Lato"/>
                <a:ea typeface="Lato"/>
                <a:cs typeface="Lato"/>
              </a:defRPr>
            </a:lvl2pPr>
            <a:lvl3pPr>
              <a:buNone/>
              <a:defRPr sz="1950" b="1">
                <a:solidFill>
                  <a:srgbClr val="087E83"/>
                </a:solidFill>
                <a:latin typeface="Lato"/>
                <a:ea typeface="Lato"/>
                <a:cs typeface="Lato"/>
              </a:defRPr>
            </a:lvl3pPr>
            <a:lvl4pPr>
              <a:buNone/>
              <a:defRPr sz="1950" b="1">
                <a:solidFill>
                  <a:srgbClr val="087E83"/>
                </a:solidFill>
                <a:latin typeface="Lato"/>
                <a:ea typeface="Lato"/>
                <a:cs typeface="Lato"/>
              </a:defRPr>
            </a:lvl4pPr>
            <a:lvl5pPr>
              <a:buNone/>
              <a:defRPr sz="1950" b="1">
                <a:solidFill>
                  <a:srgbClr val="087E83"/>
                </a:solidFill>
                <a:latin typeface="Lato"/>
                <a:ea typeface="Lato"/>
                <a:cs typeface="Lato"/>
              </a:defRPr>
            </a:lvl5pPr>
            <a:lvl6pPr>
              <a:buNone/>
              <a:defRPr sz="1950" b="1">
                <a:solidFill>
                  <a:srgbClr val="087E83"/>
                </a:solidFill>
                <a:latin typeface="Lato"/>
                <a:ea typeface="Lato"/>
                <a:cs typeface="Lato"/>
              </a:defRPr>
            </a:lvl6pPr>
            <a:lvl7pPr>
              <a:buNone/>
              <a:defRPr sz="1950" b="1">
                <a:solidFill>
                  <a:srgbClr val="087E83"/>
                </a:solidFill>
                <a:latin typeface="Lato"/>
                <a:ea typeface="Lato"/>
                <a:cs typeface="Lato"/>
              </a:defRPr>
            </a:lvl7pPr>
            <a:lvl8pPr>
              <a:buNone/>
              <a:defRPr sz="1950" b="1">
                <a:solidFill>
                  <a:srgbClr val="087E83"/>
                </a:solidFill>
                <a:latin typeface="Lato"/>
                <a:ea typeface="Lato"/>
                <a:cs typeface="Lato"/>
              </a:defRPr>
            </a:lvl8pPr>
            <a:lvl9pPr>
              <a:buNone/>
              <a:defRPr sz="1950" b="1">
                <a:solidFill>
                  <a:srgbClr val="087E83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>
              <a:buNone/>
              <a:defRPr sz="1950" b="1">
                <a:solidFill>
                  <a:srgbClr val="087E83"/>
                </a:solidFill>
                <a:latin typeface="Lato"/>
                <a:ea typeface="Lato"/>
                <a:cs typeface="Lato"/>
              </a:defRPr>
            </a:pPr>
            <a:r>
              <a:rPr sz="1950" b="1">
                <a:solidFill>
                  <a:srgbClr val="087E83"/>
                </a:solidFill>
                <a:latin typeface="Lato"/>
                <a:ea typeface="Lato"/>
                <a:cs typeface="Lato"/>
              </a:rPr>
              <a:t>CLIENTE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E850601-CF5E-4A2B-982A-25779FDFF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33650"/>
            <a:ext cx="4953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142F3A"/>
                </a:solidFill>
                <a:latin typeface="Lato"/>
                <a:ea typeface="Lato"/>
                <a:cs typeface="Lato"/>
              </a:defRPr>
            </a:defPPr>
            <a:lvl1pPr>
              <a:buNone/>
              <a:defRPr sz="3300" b="1">
                <a:solidFill>
                  <a:srgbClr val="142F3A"/>
                </a:solidFill>
                <a:latin typeface="Lato"/>
                <a:ea typeface="Lato"/>
                <a:cs typeface="Lato"/>
              </a:defRPr>
            </a:lvl1pPr>
            <a:lvl2pPr>
              <a:buNone/>
              <a:defRPr sz="3300" b="1">
                <a:solidFill>
                  <a:srgbClr val="142F3A"/>
                </a:solidFill>
                <a:latin typeface="Lato"/>
                <a:ea typeface="Lato"/>
                <a:cs typeface="Lato"/>
              </a:defRPr>
            </a:lvl2pPr>
            <a:lvl3pPr>
              <a:buNone/>
              <a:defRPr sz="3300" b="1">
                <a:solidFill>
                  <a:srgbClr val="142F3A"/>
                </a:solidFill>
                <a:latin typeface="Lato"/>
                <a:ea typeface="Lato"/>
                <a:cs typeface="Lato"/>
              </a:defRPr>
            </a:lvl3pPr>
            <a:lvl4pPr>
              <a:buNone/>
              <a:defRPr sz="3300" b="1">
                <a:solidFill>
                  <a:srgbClr val="142F3A"/>
                </a:solidFill>
                <a:latin typeface="Lato"/>
                <a:ea typeface="Lato"/>
                <a:cs typeface="Lato"/>
              </a:defRPr>
            </a:lvl4pPr>
            <a:lvl5pPr>
              <a:buNone/>
              <a:defRPr sz="3300" b="1">
                <a:solidFill>
                  <a:srgbClr val="142F3A"/>
                </a:solidFill>
                <a:latin typeface="Lato"/>
                <a:ea typeface="Lato"/>
                <a:cs typeface="Lato"/>
              </a:defRPr>
            </a:lvl5pPr>
            <a:lvl6pPr>
              <a:buNone/>
              <a:defRPr sz="3300" b="1">
                <a:solidFill>
                  <a:srgbClr val="142F3A"/>
                </a:solidFill>
                <a:latin typeface="Lato"/>
                <a:ea typeface="Lato"/>
                <a:cs typeface="Lato"/>
              </a:defRPr>
            </a:lvl6pPr>
            <a:lvl7pPr>
              <a:buNone/>
              <a:defRPr sz="3300" b="1">
                <a:solidFill>
                  <a:srgbClr val="142F3A"/>
                </a:solidFill>
                <a:latin typeface="Lato"/>
                <a:ea typeface="Lato"/>
                <a:cs typeface="Lato"/>
              </a:defRPr>
            </a:lvl7pPr>
            <a:lvl8pPr>
              <a:buNone/>
              <a:defRPr sz="3300" b="1">
                <a:solidFill>
                  <a:srgbClr val="142F3A"/>
                </a:solidFill>
                <a:latin typeface="Lato"/>
                <a:ea typeface="Lato"/>
                <a:cs typeface="Lato"/>
              </a:defRPr>
            </a:lvl8pPr>
            <a:lvl9pPr>
              <a:buNone/>
              <a:defRPr sz="3300" b="1">
                <a:solidFill>
                  <a:srgbClr val="142F3A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>
              <a:buNone/>
              <a:defRPr sz="3300" b="1">
                <a:solidFill>
                  <a:srgbClr val="142F3A"/>
                </a:solidFill>
                <a:latin typeface="Lato"/>
                <a:ea typeface="Lato"/>
                <a:cs typeface="Lato"/>
              </a:defRPr>
            </a:pPr>
            <a:r>
              <a:rPr sz="3300" b="1">
                <a:solidFill>
                  <a:srgbClr val="142F3A"/>
                </a:solidFill>
                <a:latin typeface="Lato"/>
                <a:ea typeface="Lato"/>
                <a:cs typeface="Lato"/>
              </a:rPr>
              <a:t>Solicita blocos</a:t>
            </a:r>
          </a:p>
          <a:p xmlns:a="http://schemas.openxmlformats.org/drawingml/2006/main">
            <a:pPr>
              <a:buNone/>
              <a:defRPr sz="3300" b="1">
                <a:solidFill>
                  <a:srgbClr val="142F3A"/>
                </a:solidFill>
                <a:latin typeface="Lato"/>
                <a:ea typeface="Lato"/>
                <a:cs typeface="Lato"/>
              </a:defRPr>
            </a:pPr>
            <a:r>
              <a:rPr sz="3300" b="1">
                <a:solidFill>
                  <a:srgbClr val="142F3A"/>
                </a:solidFill>
                <a:latin typeface="Lato"/>
                <a:ea typeface="Lato"/>
                <a:cs typeface="Lato"/>
              </a:rPr>
              <a:t>aos vizinhos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88ECE84-D298-4470-BD9C-36EC84B90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95750"/>
            <a:ext cx="4857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566C74"/>
                </a:solidFill>
                <a:latin typeface="Lato"/>
                <a:ea typeface="Lato"/>
                <a:cs typeface="Lato"/>
              </a:defRPr>
            </a:defPPr>
            <a:lvl1pPr>
              <a:buNone/>
              <a:defRPr sz="2100" b="0">
                <a:solidFill>
                  <a:srgbClr val="566C74"/>
                </a:solidFill>
                <a:latin typeface="Lato"/>
                <a:ea typeface="Lato"/>
                <a:cs typeface="Lato"/>
              </a:defRPr>
            </a:lvl1pPr>
            <a:lvl2pPr>
              <a:buNone/>
              <a:defRPr sz="2100" b="0">
                <a:solidFill>
                  <a:srgbClr val="566C74"/>
                </a:solidFill>
                <a:latin typeface="Lato"/>
                <a:ea typeface="Lato"/>
                <a:cs typeface="Lato"/>
              </a:defRPr>
            </a:lvl2pPr>
            <a:lvl3pPr>
              <a:buNone/>
              <a:defRPr sz="2100" b="0">
                <a:solidFill>
                  <a:srgbClr val="566C74"/>
                </a:solidFill>
                <a:latin typeface="Lato"/>
                <a:ea typeface="Lato"/>
                <a:cs typeface="Lato"/>
              </a:defRPr>
            </a:lvl3pPr>
            <a:lvl4pPr>
              <a:buNone/>
              <a:defRPr sz="2100" b="0">
                <a:solidFill>
                  <a:srgbClr val="566C74"/>
                </a:solidFill>
                <a:latin typeface="Lato"/>
                <a:ea typeface="Lato"/>
                <a:cs typeface="Lato"/>
              </a:defRPr>
            </a:lvl4pPr>
            <a:lvl5pPr>
              <a:buNone/>
              <a:defRPr sz="2100" b="0">
                <a:solidFill>
                  <a:srgbClr val="566C74"/>
                </a:solidFill>
                <a:latin typeface="Lato"/>
                <a:ea typeface="Lato"/>
                <a:cs typeface="Lato"/>
              </a:defRPr>
            </a:lvl5pPr>
            <a:lvl6pPr>
              <a:buNone/>
              <a:defRPr sz="2100" b="0">
                <a:solidFill>
                  <a:srgbClr val="566C74"/>
                </a:solidFill>
                <a:latin typeface="Lato"/>
                <a:ea typeface="Lato"/>
                <a:cs typeface="Lato"/>
              </a:defRPr>
            </a:lvl6pPr>
            <a:lvl7pPr>
              <a:buNone/>
              <a:defRPr sz="2100" b="0">
                <a:solidFill>
                  <a:srgbClr val="566C74"/>
                </a:solidFill>
                <a:latin typeface="Lato"/>
                <a:ea typeface="Lato"/>
                <a:cs typeface="Lato"/>
              </a:defRPr>
            </a:lvl7pPr>
            <a:lvl8pPr>
              <a:buNone/>
              <a:defRPr sz="2100" b="0">
                <a:solidFill>
                  <a:srgbClr val="566C74"/>
                </a:solidFill>
                <a:latin typeface="Lato"/>
                <a:ea typeface="Lato"/>
                <a:cs typeface="Lato"/>
              </a:defRPr>
            </a:lvl8pPr>
            <a:lvl9pPr>
              <a:buNone/>
              <a:defRPr sz="2100" b="0">
                <a:solidFill>
                  <a:srgbClr val="566C74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>
              <a:buNone/>
              <a:defRPr sz="2100" b="0">
                <a:solidFill>
                  <a:srgbClr val="566C74"/>
                </a:solidFill>
                <a:latin typeface="Lato"/>
                <a:ea typeface="Lato"/>
                <a:cs typeface="Lato"/>
              </a:defRPr>
            </a:pPr>
            <a:r>
              <a:rPr sz="2100" b="0">
                <a:solidFill>
                  <a:srgbClr val="566C74"/>
                </a:solidFill>
                <a:latin typeface="Lato"/>
                <a:ea typeface="Lato"/>
                <a:cs typeface="Lato"/>
              </a:rPr>
              <a:t>Uma tarefa assíncrona por vizinho.</a:t>
            </a:r>
          </a:p>
          <a:p xmlns:a="http://schemas.openxmlformats.org/drawingml/2006/main">
            <a:pPr>
              <a:buNone/>
              <a:defRPr sz="2100" b="0">
                <a:solidFill>
                  <a:srgbClr val="566C74"/>
                </a:solidFill>
                <a:latin typeface="Lato"/>
                <a:ea typeface="Lato"/>
                <a:cs typeface="Lato"/>
              </a:defRPr>
            </a:pPr>
            <a:r>
              <a:rPr sz="2100" b="0">
                <a:solidFill>
                  <a:srgbClr val="566C74"/>
                </a:solidFill>
                <a:latin typeface="Lato"/>
                <a:ea typeface="Lato"/>
                <a:cs typeface="Lato"/>
              </a:rPr>
              <a:t>Conexões TCP persistentes.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E117817-6D55-4AB8-8526-DFD26539C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895475"/>
            <a:ext cx="4857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1">
                <a:solidFill>
                  <a:srgbClr val="087E83"/>
                </a:solidFill>
                <a:latin typeface="Lato"/>
                <a:ea typeface="Lato"/>
                <a:cs typeface="Lato"/>
              </a:defRPr>
            </a:defPPr>
            <a:lvl1pPr>
              <a:buNone/>
              <a:defRPr sz="1950" b="1">
                <a:solidFill>
                  <a:srgbClr val="087E83"/>
                </a:solidFill>
                <a:latin typeface="Lato"/>
                <a:ea typeface="Lato"/>
                <a:cs typeface="Lato"/>
              </a:defRPr>
            </a:lvl1pPr>
            <a:lvl2pPr>
              <a:buNone/>
              <a:defRPr sz="1950" b="1">
                <a:solidFill>
                  <a:srgbClr val="087E83"/>
                </a:solidFill>
                <a:latin typeface="Lato"/>
                <a:ea typeface="Lato"/>
                <a:cs typeface="Lato"/>
              </a:defRPr>
            </a:lvl2pPr>
            <a:lvl3pPr>
              <a:buNone/>
              <a:defRPr sz="1950" b="1">
                <a:solidFill>
                  <a:srgbClr val="087E83"/>
                </a:solidFill>
                <a:latin typeface="Lato"/>
                <a:ea typeface="Lato"/>
                <a:cs typeface="Lato"/>
              </a:defRPr>
            </a:lvl3pPr>
            <a:lvl4pPr>
              <a:buNone/>
              <a:defRPr sz="1950" b="1">
                <a:solidFill>
                  <a:srgbClr val="087E83"/>
                </a:solidFill>
                <a:latin typeface="Lato"/>
                <a:ea typeface="Lato"/>
                <a:cs typeface="Lato"/>
              </a:defRPr>
            </a:lvl4pPr>
            <a:lvl5pPr>
              <a:buNone/>
              <a:defRPr sz="1950" b="1">
                <a:solidFill>
                  <a:srgbClr val="087E83"/>
                </a:solidFill>
                <a:latin typeface="Lato"/>
                <a:ea typeface="Lato"/>
                <a:cs typeface="Lato"/>
              </a:defRPr>
            </a:lvl5pPr>
            <a:lvl6pPr>
              <a:buNone/>
              <a:defRPr sz="1950" b="1">
                <a:solidFill>
                  <a:srgbClr val="087E83"/>
                </a:solidFill>
                <a:latin typeface="Lato"/>
                <a:ea typeface="Lato"/>
                <a:cs typeface="Lato"/>
              </a:defRPr>
            </a:lvl6pPr>
            <a:lvl7pPr>
              <a:buNone/>
              <a:defRPr sz="1950" b="1">
                <a:solidFill>
                  <a:srgbClr val="087E83"/>
                </a:solidFill>
                <a:latin typeface="Lato"/>
                <a:ea typeface="Lato"/>
                <a:cs typeface="Lato"/>
              </a:defRPr>
            </a:lvl7pPr>
            <a:lvl8pPr>
              <a:buNone/>
              <a:defRPr sz="1950" b="1">
                <a:solidFill>
                  <a:srgbClr val="087E83"/>
                </a:solidFill>
                <a:latin typeface="Lato"/>
                <a:ea typeface="Lato"/>
                <a:cs typeface="Lato"/>
              </a:defRPr>
            </a:lvl8pPr>
            <a:lvl9pPr>
              <a:buNone/>
              <a:defRPr sz="1950" b="1">
                <a:solidFill>
                  <a:srgbClr val="087E83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>
              <a:buNone/>
              <a:defRPr sz="1950" b="1">
                <a:solidFill>
                  <a:srgbClr val="087E83"/>
                </a:solidFill>
                <a:latin typeface="Lato"/>
                <a:ea typeface="Lato"/>
                <a:cs typeface="Lato"/>
              </a:defRPr>
            </a:pPr>
            <a:r>
              <a:rPr sz="1950" b="1">
                <a:solidFill>
                  <a:srgbClr val="087E83"/>
                </a:solidFill>
                <a:latin typeface="Lato"/>
                <a:ea typeface="Lato"/>
                <a:cs typeface="Lato"/>
              </a:rPr>
              <a:t>SERVIDOR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617A140-060E-4911-BAE3-0C35091AA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533650"/>
            <a:ext cx="4857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142F3A"/>
                </a:solidFill>
                <a:latin typeface="Lato"/>
                <a:ea typeface="Lato"/>
                <a:cs typeface="Lato"/>
              </a:defRPr>
            </a:defPPr>
            <a:lvl1pPr>
              <a:buNone/>
              <a:defRPr sz="3300" b="1">
                <a:solidFill>
                  <a:srgbClr val="142F3A"/>
                </a:solidFill>
                <a:latin typeface="Lato"/>
                <a:ea typeface="Lato"/>
                <a:cs typeface="Lato"/>
              </a:defRPr>
            </a:lvl1pPr>
            <a:lvl2pPr>
              <a:buNone/>
              <a:defRPr sz="3300" b="1">
                <a:solidFill>
                  <a:srgbClr val="142F3A"/>
                </a:solidFill>
                <a:latin typeface="Lato"/>
                <a:ea typeface="Lato"/>
                <a:cs typeface="Lato"/>
              </a:defRPr>
            </a:lvl2pPr>
            <a:lvl3pPr>
              <a:buNone/>
              <a:defRPr sz="3300" b="1">
                <a:solidFill>
                  <a:srgbClr val="142F3A"/>
                </a:solidFill>
                <a:latin typeface="Lato"/>
                <a:ea typeface="Lato"/>
                <a:cs typeface="Lato"/>
              </a:defRPr>
            </a:lvl3pPr>
            <a:lvl4pPr>
              <a:buNone/>
              <a:defRPr sz="3300" b="1">
                <a:solidFill>
                  <a:srgbClr val="142F3A"/>
                </a:solidFill>
                <a:latin typeface="Lato"/>
                <a:ea typeface="Lato"/>
                <a:cs typeface="Lato"/>
              </a:defRPr>
            </a:lvl4pPr>
            <a:lvl5pPr>
              <a:buNone/>
              <a:defRPr sz="3300" b="1">
                <a:solidFill>
                  <a:srgbClr val="142F3A"/>
                </a:solidFill>
                <a:latin typeface="Lato"/>
                <a:ea typeface="Lato"/>
                <a:cs typeface="Lato"/>
              </a:defRPr>
            </a:lvl5pPr>
            <a:lvl6pPr>
              <a:buNone/>
              <a:defRPr sz="3300" b="1">
                <a:solidFill>
                  <a:srgbClr val="142F3A"/>
                </a:solidFill>
                <a:latin typeface="Lato"/>
                <a:ea typeface="Lato"/>
                <a:cs typeface="Lato"/>
              </a:defRPr>
            </a:lvl6pPr>
            <a:lvl7pPr>
              <a:buNone/>
              <a:defRPr sz="3300" b="1">
                <a:solidFill>
                  <a:srgbClr val="142F3A"/>
                </a:solidFill>
                <a:latin typeface="Lato"/>
                <a:ea typeface="Lato"/>
                <a:cs typeface="Lato"/>
              </a:defRPr>
            </a:lvl7pPr>
            <a:lvl8pPr>
              <a:buNone/>
              <a:defRPr sz="3300" b="1">
                <a:solidFill>
                  <a:srgbClr val="142F3A"/>
                </a:solidFill>
                <a:latin typeface="Lato"/>
                <a:ea typeface="Lato"/>
                <a:cs typeface="Lato"/>
              </a:defRPr>
            </a:lvl8pPr>
            <a:lvl9pPr>
              <a:buNone/>
              <a:defRPr sz="3300" b="1">
                <a:solidFill>
                  <a:srgbClr val="142F3A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>
              <a:buNone/>
              <a:defRPr sz="3300" b="1">
                <a:solidFill>
                  <a:srgbClr val="142F3A"/>
                </a:solidFill>
                <a:latin typeface="Lato"/>
                <a:ea typeface="Lato"/>
                <a:cs typeface="Lato"/>
              </a:defRPr>
            </a:pPr>
            <a:r>
              <a:rPr sz="3300" b="1">
                <a:solidFill>
                  <a:srgbClr val="142F3A"/>
                </a:solidFill>
                <a:latin typeface="Lato"/>
                <a:ea typeface="Lato"/>
                <a:cs typeface="Lato"/>
              </a:rPr>
              <a:t>Compartilha os</a:t>
            </a:r>
          </a:p>
          <a:p xmlns:a="http://schemas.openxmlformats.org/drawingml/2006/main">
            <a:pPr>
              <a:buNone/>
              <a:defRPr sz="3300" b="1">
                <a:solidFill>
                  <a:srgbClr val="142F3A"/>
                </a:solidFill>
                <a:latin typeface="Lato"/>
                <a:ea typeface="Lato"/>
                <a:cs typeface="Lato"/>
              </a:defRPr>
            </a:pPr>
            <a:r>
              <a:rPr sz="3300" b="1">
                <a:solidFill>
                  <a:srgbClr val="142F3A"/>
                </a:solidFill>
                <a:latin typeface="Lato"/>
                <a:ea typeface="Lato"/>
                <a:cs typeface="Lato"/>
              </a:rPr>
              <a:t>blocos já recebidos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B9044F8-6210-4870-98AF-14D2D8B71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095750"/>
            <a:ext cx="4857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566C74"/>
                </a:solidFill>
                <a:latin typeface="Lato"/>
                <a:ea typeface="Lato"/>
                <a:cs typeface="Lato"/>
              </a:defRPr>
            </a:defPPr>
            <a:lvl1pPr>
              <a:buNone/>
              <a:defRPr sz="2100" b="0">
                <a:solidFill>
                  <a:srgbClr val="566C74"/>
                </a:solidFill>
                <a:latin typeface="Lato"/>
                <a:ea typeface="Lato"/>
                <a:cs typeface="Lato"/>
              </a:defRPr>
            </a:lvl1pPr>
            <a:lvl2pPr>
              <a:buNone/>
              <a:defRPr sz="2100" b="0">
                <a:solidFill>
                  <a:srgbClr val="566C74"/>
                </a:solidFill>
                <a:latin typeface="Lato"/>
                <a:ea typeface="Lato"/>
                <a:cs typeface="Lato"/>
              </a:defRPr>
            </a:lvl2pPr>
            <a:lvl3pPr>
              <a:buNone/>
              <a:defRPr sz="2100" b="0">
                <a:solidFill>
                  <a:srgbClr val="566C74"/>
                </a:solidFill>
                <a:latin typeface="Lato"/>
                <a:ea typeface="Lato"/>
                <a:cs typeface="Lato"/>
              </a:defRPr>
            </a:lvl3pPr>
            <a:lvl4pPr>
              <a:buNone/>
              <a:defRPr sz="2100" b="0">
                <a:solidFill>
                  <a:srgbClr val="566C74"/>
                </a:solidFill>
                <a:latin typeface="Lato"/>
                <a:ea typeface="Lato"/>
                <a:cs typeface="Lato"/>
              </a:defRPr>
            </a:lvl4pPr>
            <a:lvl5pPr>
              <a:buNone/>
              <a:defRPr sz="2100" b="0">
                <a:solidFill>
                  <a:srgbClr val="566C74"/>
                </a:solidFill>
                <a:latin typeface="Lato"/>
                <a:ea typeface="Lato"/>
                <a:cs typeface="Lato"/>
              </a:defRPr>
            </a:lvl5pPr>
            <a:lvl6pPr>
              <a:buNone/>
              <a:defRPr sz="2100" b="0">
                <a:solidFill>
                  <a:srgbClr val="566C74"/>
                </a:solidFill>
                <a:latin typeface="Lato"/>
                <a:ea typeface="Lato"/>
                <a:cs typeface="Lato"/>
              </a:defRPr>
            </a:lvl6pPr>
            <a:lvl7pPr>
              <a:buNone/>
              <a:defRPr sz="2100" b="0">
                <a:solidFill>
                  <a:srgbClr val="566C74"/>
                </a:solidFill>
                <a:latin typeface="Lato"/>
                <a:ea typeface="Lato"/>
                <a:cs typeface="Lato"/>
              </a:defRPr>
            </a:lvl7pPr>
            <a:lvl8pPr>
              <a:buNone/>
              <a:defRPr sz="2100" b="0">
                <a:solidFill>
                  <a:srgbClr val="566C74"/>
                </a:solidFill>
                <a:latin typeface="Lato"/>
                <a:ea typeface="Lato"/>
                <a:cs typeface="Lato"/>
              </a:defRPr>
            </a:lvl8pPr>
            <a:lvl9pPr>
              <a:buNone/>
              <a:defRPr sz="2100" b="0">
                <a:solidFill>
                  <a:srgbClr val="566C74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>
              <a:buNone/>
              <a:defRPr sz="2100" b="0">
                <a:solidFill>
                  <a:srgbClr val="566C74"/>
                </a:solidFill>
                <a:latin typeface="Lato"/>
                <a:ea typeface="Lato"/>
                <a:cs typeface="Lato"/>
              </a:defRPr>
            </a:pPr>
            <a:r>
              <a:rPr sz="2100" b="0">
                <a:solidFill>
                  <a:srgbClr val="566C74"/>
                </a:solidFill>
                <a:latin typeface="Lato"/>
                <a:ea typeface="Lato"/>
                <a:cs typeface="Lato"/>
              </a:rPr>
              <a:t>O envio começa antes de completar</a:t>
            </a:r>
          </a:p>
          <a:p xmlns:a="http://schemas.openxmlformats.org/drawingml/2006/main">
            <a:pPr>
              <a:buNone/>
              <a:defRPr sz="2100" b="0">
                <a:solidFill>
                  <a:srgbClr val="566C74"/>
                </a:solidFill>
                <a:latin typeface="Lato"/>
                <a:ea typeface="Lato"/>
                <a:cs typeface="Lato"/>
              </a:defRPr>
            </a:pPr>
            <a:r>
              <a:rPr sz="2100" b="0">
                <a:solidFill>
                  <a:srgbClr val="566C74"/>
                </a:solidFill>
                <a:latin typeface="Lato"/>
                <a:ea typeface="Lato"/>
                <a:cs typeface="Lato"/>
              </a:rPr>
              <a:t>o download do arquivo.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B34001B-0AEA-4679-94AD-BD6913757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34050"/>
            <a:ext cx="10668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1">
                <a:solidFill>
                  <a:srgbClr val="087E83"/>
                </a:solidFill>
                <a:latin typeface="Lato"/>
                <a:ea typeface="Lato"/>
                <a:cs typeface="Lato"/>
              </a:defRPr>
            </a:defPPr>
            <a:lvl1pPr>
              <a:buNone/>
              <a:defRPr sz="1875" b="1">
                <a:solidFill>
                  <a:srgbClr val="087E83"/>
                </a:solidFill>
                <a:latin typeface="Lato"/>
                <a:ea typeface="Lato"/>
                <a:cs typeface="Lato"/>
              </a:defRPr>
            </a:lvl1pPr>
            <a:lvl2pPr>
              <a:buNone/>
              <a:defRPr sz="1875" b="1">
                <a:solidFill>
                  <a:srgbClr val="087E83"/>
                </a:solidFill>
                <a:latin typeface="Lato"/>
                <a:ea typeface="Lato"/>
                <a:cs typeface="Lato"/>
              </a:defRPr>
            </a:lvl2pPr>
            <a:lvl3pPr>
              <a:buNone/>
              <a:defRPr sz="1875" b="1">
                <a:solidFill>
                  <a:srgbClr val="087E83"/>
                </a:solidFill>
                <a:latin typeface="Lato"/>
                <a:ea typeface="Lato"/>
                <a:cs typeface="Lato"/>
              </a:defRPr>
            </a:lvl3pPr>
            <a:lvl4pPr>
              <a:buNone/>
              <a:defRPr sz="1875" b="1">
                <a:solidFill>
                  <a:srgbClr val="087E83"/>
                </a:solidFill>
                <a:latin typeface="Lato"/>
                <a:ea typeface="Lato"/>
                <a:cs typeface="Lato"/>
              </a:defRPr>
            </a:lvl4pPr>
            <a:lvl5pPr>
              <a:buNone/>
              <a:defRPr sz="1875" b="1">
                <a:solidFill>
                  <a:srgbClr val="087E83"/>
                </a:solidFill>
                <a:latin typeface="Lato"/>
                <a:ea typeface="Lato"/>
                <a:cs typeface="Lato"/>
              </a:defRPr>
            </a:lvl5pPr>
            <a:lvl6pPr>
              <a:buNone/>
              <a:defRPr sz="1875" b="1">
                <a:solidFill>
                  <a:srgbClr val="087E83"/>
                </a:solidFill>
                <a:latin typeface="Lato"/>
                <a:ea typeface="Lato"/>
                <a:cs typeface="Lato"/>
              </a:defRPr>
            </a:lvl6pPr>
            <a:lvl7pPr>
              <a:buNone/>
              <a:defRPr sz="1875" b="1">
                <a:solidFill>
                  <a:srgbClr val="087E83"/>
                </a:solidFill>
                <a:latin typeface="Lato"/>
                <a:ea typeface="Lato"/>
                <a:cs typeface="Lato"/>
              </a:defRPr>
            </a:lvl7pPr>
            <a:lvl8pPr>
              <a:buNone/>
              <a:defRPr sz="1875" b="1">
                <a:solidFill>
                  <a:srgbClr val="087E83"/>
                </a:solidFill>
                <a:latin typeface="Lato"/>
                <a:ea typeface="Lato"/>
                <a:cs typeface="Lato"/>
              </a:defRPr>
            </a:lvl8pPr>
            <a:lvl9pPr>
              <a:buNone/>
              <a:defRPr sz="1875" b="1">
                <a:solidFill>
                  <a:srgbClr val="087E83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>
              <a:buNone/>
              <a:defRPr sz="1875" b="1">
                <a:solidFill>
                  <a:srgbClr val="087E83"/>
                </a:solidFill>
                <a:latin typeface="Lato"/>
                <a:ea typeface="Lato"/>
                <a:cs typeface="Lato"/>
              </a:defRPr>
            </a:pPr>
            <a:r>
              <a:rPr sz="1875" b="1">
                <a:solidFill>
                  <a:srgbClr val="087E83"/>
                </a:solidFill>
                <a:latin typeface="Lato"/>
                <a:ea typeface="Lato"/>
                <a:cs typeface="Lato"/>
              </a:rPr>
              <a:t>Malha completa: cada leecher se conecta a todos os vizinhos</a:t>
            </a:r>
          </a:p>
        </p:txBody>
      </p:sp>
    </p:spTree>
    <p:extLst>
      <p:ext uri="{BB962C8B-B14F-4D97-AF65-F5344CB8AC3E}">
        <p14:creationId xmlns:p14="http://schemas.microsoft.com/office/powerpoint/2010/main" val="2369692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5F4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9D2D949-FFF7-4BDE-B500-E75280E41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4350"/>
            <a:ext cx="10858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142F3A"/>
                </a:solidFill>
                <a:latin typeface="Lato"/>
                <a:ea typeface="Lato"/>
                <a:cs typeface="Lato"/>
              </a:defRPr>
            </a:defPPr>
            <a:lvl1pPr>
              <a:buNone/>
              <a:defRPr sz="3300" b="1">
                <a:solidFill>
                  <a:srgbClr val="142F3A"/>
                </a:solidFill>
                <a:latin typeface="Lato"/>
                <a:ea typeface="Lato"/>
                <a:cs typeface="Lato"/>
              </a:defRPr>
            </a:lvl1pPr>
            <a:lvl2pPr>
              <a:buNone/>
              <a:defRPr sz="3300" b="1">
                <a:solidFill>
                  <a:srgbClr val="142F3A"/>
                </a:solidFill>
                <a:latin typeface="Lato"/>
                <a:ea typeface="Lato"/>
                <a:cs typeface="Lato"/>
              </a:defRPr>
            </a:lvl2pPr>
            <a:lvl3pPr>
              <a:buNone/>
              <a:defRPr sz="3300" b="1">
                <a:solidFill>
                  <a:srgbClr val="142F3A"/>
                </a:solidFill>
                <a:latin typeface="Lato"/>
                <a:ea typeface="Lato"/>
                <a:cs typeface="Lato"/>
              </a:defRPr>
            </a:lvl3pPr>
            <a:lvl4pPr>
              <a:buNone/>
              <a:defRPr sz="3300" b="1">
                <a:solidFill>
                  <a:srgbClr val="142F3A"/>
                </a:solidFill>
                <a:latin typeface="Lato"/>
                <a:ea typeface="Lato"/>
                <a:cs typeface="Lato"/>
              </a:defRPr>
            </a:lvl4pPr>
            <a:lvl5pPr>
              <a:buNone/>
              <a:defRPr sz="3300" b="1">
                <a:solidFill>
                  <a:srgbClr val="142F3A"/>
                </a:solidFill>
                <a:latin typeface="Lato"/>
                <a:ea typeface="Lato"/>
                <a:cs typeface="Lato"/>
              </a:defRPr>
            </a:lvl5pPr>
            <a:lvl6pPr>
              <a:buNone/>
              <a:defRPr sz="3300" b="1">
                <a:solidFill>
                  <a:srgbClr val="142F3A"/>
                </a:solidFill>
                <a:latin typeface="Lato"/>
                <a:ea typeface="Lato"/>
                <a:cs typeface="Lato"/>
              </a:defRPr>
            </a:lvl6pPr>
            <a:lvl7pPr>
              <a:buNone/>
              <a:defRPr sz="3300" b="1">
                <a:solidFill>
                  <a:srgbClr val="142F3A"/>
                </a:solidFill>
                <a:latin typeface="Lato"/>
                <a:ea typeface="Lato"/>
                <a:cs typeface="Lato"/>
              </a:defRPr>
            </a:lvl7pPr>
            <a:lvl8pPr>
              <a:buNone/>
              <a:defRPr sz="3300" b="1">
                <a:solidFill>
                  <a:srgbClr val="142F3A"/>
                </a:solidFill>
                <a:latin typeface="Lato"/>
                <a:ea typeface="Lato"/>
                <a:cs typeface="Lato"/>
              </a:defRPr>
            </a:lvl8pPr>
            <a:lvl9pPr>
              <a:buNone/>
              <a:defRPr sz="3300" b="1">
                <a:solidFill>
                  <a:srgbClr val="142F3A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>
              <a:buNone/>
              <a:defRPr sz="3300" b="1">
                <a:solidFill>
                  <a:srgbClr val="142F3A"/>
                </a:solidFill>
                <a:latin typeface="Lato"/>
                <a:ea typeface="Lato"/>
                <a:cs typeface="Lato"/>
              </a:defRPr>
            </a:pPr>
            <a:r>
              <a:rPr sz="3300" b="1">
                <a:solidFill>
                  <a:srgbClr val="142F3A"/>
                </a:solidFill>
                <a:latin typeface="Lato"/>
                <a:ea typeface="Lato"/>
                <a:cs typeface="Lato"/>
              </a:rPr>
              <a:t>Recepção e integridade dos blocos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9FACC2F-902E-487E-BFF3-5BECBFC6C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24600"/>
            <a:ext cx="47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>
                <a:solidFill>
                  <a:srgbClr val="566C74"/>
                </a:solidFill>
                <a:latin typeface="Lato"/>
                <a:ea typeface="Lato"/>
                <a:cs typeface="Lato"/>
              </a:defRPr>
            </a:defPPr>
            <a:lvl1pPr>
              <a:buNone/>
              <a:defRPr sz="1275" b="0">
                <a:solidFill>
                  <a:srgbClr val="566C74"/>
                </a:solidFill>
                <a:latin typeface="Lato"/>
                <a:ea typeface="Lato"/>
                <a:cs typeface="Lato"/>
              </a:defRPr>
            </a:lvl1pPr>
            <a:lvl2pPr>
              <a:buNone/>
              <a:defRPr sz="1275" b="0">
                <a:solidFill>
                  <a:srgbClr val="566C74"/>
                </a:solidFill>
                <a:latin typeface="Lato"/>
                <a:ea typeface="Lato"/>
                <a:cs typeface="Lato"/>
              </a:defRPr>
            </a:lvl2pPr>
            <a:lvl3pPr>
              <a:buNone/>
              <a:defRPr sz="1275" b="0">
                <a:solidFill>
                  <a:srgbClr val="566C74"/>
                </a:solidFill>
                <a:latin typeface="Lato"/>
                <a:ea typeface="Lato"/>
                <a:cs typeface="Lato"/>
              </a:defRPr>
            </a:lvl3pPr>
            <a:lvl4pPr>
              <a:buNone/>
              <a:defRPr sz="1275" b="0">
                <a:solidFill>
                  <a:srgbClr val="566C74"/>
                </a:solidFill>
                <a:latin typeface="Lato"/>
                <a:ea typeface="Lato"/>
                <a:cs typeface="Lato"/>
              </a:defRPr>
            </a:lvl4pPr>
            <a:lvl5pPr>
              <a:buNone/>
              <a:defRPr sz="1275" b="0">
                <a:solidFill>
                  <a:srgbClr val="566C74"/>
                </a:solidFill>
                <a:latin typeface="Lato"/>
                <a:ea typeface="Lato"/>
                <a:cs typeface="Lato"/>
              </a:defRPr>
            </a:lvl5pPr>
            <a:lvl6pPr>
              <a:buNone/>
              <a:defRPr sz="1275" b="0">
                <a:solidFill>
                  <a:srgbClr val="566C74"/>
                </a:solidFill>
                <a:latin typeface="Lato"/>
                <a:ea typeface="Lato"/>
                <a:cs typeface="Lato"/>
              </a:defRPr>
            </a:lvl6pPr>
            <a:lvl7pPr>
              <a:buNone/>
              <a:defRPr sz="1275" b="0">
                <a:solidFill>
                  <a:srgbClr val="566C74"/>
                </a:solidFill>
                <a:latin typeface="Lato"/>
                <a:ea typeface="Lato"/>
                <a:cs typeface="Lato"/>
              </a:defRPr>
            </a:lvl7pPr>
            <a:lvl8pPr>
              <a:buNone/>
              <a:defRPr sz="1275" b="0">
                <a:solidFill>
                  <a:srgbClr val="566C74"/>
                </a:solidFill>
                <a:latin typeface="Lato"/>
                <a:ea typeface="Lato"/>
                <a:cs typeface="Lato"/>
              </a:defRPr>
            </a:lvl8pPr>
            <a:lvl9pPr>
              <a:buNone/>
              <a:defRPr sz="1275" b="0">
                <a:solidFill>
                  <a:srgbClr val="566C74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>
              <a:buNone/>
              <a:defRPr sz="1275" b="0">
                <a:solidFill>
                  <a:srgbClr val="566C74"/>
                </a:solidFill>
                <a:latin typeface="Lato"/>
                <a:ea typeface="Lato"/>
                <a:cs typeface="Lato"/>
              </a:defRPr>
            </a:pPr>
            <a:r>
              <a:rPr sz="1275" b="0">
                <a:solidFill>
                  <a:srgbClr val="566C74"/>
                </a:solidFill>
                <a:latin typeface="Lato"/>
                <a:ea typeface="Lato"/>
                <a:cs typeface="Lato"/>
              </a:rPr>
              <a:t>03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AF4EED8-FF30-4ED6-AA70-8AAB05D72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9048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900" b="1">
                <a:solidFill>
                  <a:srgbClr val="087E83"/>
                </a:solidFill>
                <a:latin typeface="Lato"/>
                <a:ea typeface="Lato"/>
                <a:cs typeface="Lato"/>
              </a:defRPr>
            </a:defPPr>
            <a:lvl1pPr>
              <a:buNone/>
              <a:defRPr sz="3900" b="1">
                <a:solidFill>
                  <a:srgbClr val="087E83"/>
                </a:solidFill>
                <a:latin typeface="Lato"/>
                <a:ea typeface="Lato"/>
                <a:cs typeface="Lato"/>
              </a:defRPr>
            </a:lvl1pPr>
            <a:lvl2pPr>
              <a:buNone/>
              <a:defRPr sz="3900" b="1">
                <a:solidFill>
                  <a:srgbClr val="087E83"/>
                </a:solidFill>
                <a:latin typeface="Lato"/>
                <a:ea typeface="Lato"/>
                <a:cs typeface="Lato"/>
              </a:defRPr>
            </a:lvl2pPr>
            <a:lvl3pPr>
              <a:buNone/>
              <a:defRPr sz="3900" b="1">
                <a:solidFill>
                  <a:srgbClr val="087E83"/>
                </a:solidFill>
                <a:latin typeface="Lato"/>
                <a:ea typeface="Lato"/>
                <a:cs typeface="Lato"/>
              </a:defRPr>
            </a:lvl3pPr>
            <a:lvl4pPr>
              <a:buNone/>
              <a:defRPr sz="3900" b="1">
                <a:solidFill>
                  <a:srgbClr val="087E83"/>
                </a:solidFill>
                <a:latin typeface="Lato"/>
                <a:ea typeface="Lato"/>
                <a:cs typeface="Lato"/>
              </a:defRPr>
            </a:lvl4pPr>
            <a:lvl5pPr>
              <a:buNone/>
              <a:defRPr sz="3900" b="1">
                <a:solidFill>
                  <a:srgbClr val="087E83"/>
                </a:solidFill>
                <a:latin typeface="Lato"/>
                <a:ea typeface="Lato"/>
                <a:cs typeface="Lato"/>
              </a:defRPr>
            </a:lvl5pPr>
            <a:lvl6pPr>
              <a:buNone/>
              <a:defRPr sz="3900" b="1">
                <a:solidFill>
                  <a:srgbClr val="087E83"/>
                </a:solidFill>
                <a:latin typeface="Lato"/>
                <a:ea typeface="Lato"/>
                <a:cs typeface="Lato"/>
              </a:defRPr>
            </a:lvl6pPr>
            <a:lvl7pPr>
              <a:buNone/>
              <a:defRPr sz="3900" b="1">
                <a:solidFill>
                  <a:srgbClr val="087E83"/>
                </a:solidFill>
                <a:latin typeface="Lato"/>
                <a:ea typeface="Lato"/>
                <a:cs typeface="Lato"/>
              </a:defRPr>
            </a:lvl7pPr>
            <a:lvl8pPr>
              <a:buNone/>
              <a:defRPr sz="3900" b="1">
                <a:solidFill>
                  <a:srgbClr val="087E83"/>
                </a:solidFill>
                <a:latin typeface="Lato"/>
                <a:ea typeface="Lato"/>
                <a:cs typeface="Lato"/>
              </a:defRPr>
            </a:lvl8pPr>
            <a:lvl9pPr>
              <a:buNone/>
              <a:defRPr sz="3900" b="1">
                <a:solidFill>
                  <a:srgbClr val="087E83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>
              <a:buNone/>
              <a:defRPr sz="3900" b="1">
                <a:solidFill>
                  <a:srgbClr val="087E83"/>
                </a:solidFill>
                <a:latin typeface="Lato"/>
                <a:ea typeface="Lato"/>
                <a:cs typeface="Lato"/>
              </a:defRPr>
            </a:pPr>
            <a:r>
              <a:rPr sz="3900" b="1">
                <a:solidFill>
                  <a:srgbClr val="087E83"/>
                </a:solidFill>
                <a:latin typeface="Lato"/>
                <a:ea typeface="Lato"/>
                <a:cs typeface="Lato"/>
              </a:rPr>
              <a:t>01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6273F81-90CD-4604-92B7-CB7FFFADB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1828800"/>
            <a:ext cx="2762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 b="1">
                <a:solidFill>
                  <a:srgbClr val="142F3A"/>
                </a:solidFill>
                <a:latin typeface="Lato"/>
                <a:ea typeface="Lato"/>
                <a:cs typeface="Lato"/>
              </a:defRPr>
            </a:defPPr>
            <a:lvl1pPr>
              <a:buNone/>
              <a:defRPr sz="2550" b="1">
                <a:solidFill>
                  <a:srgbClr val="142F3A"/>
                </a:solidFill>
                <a:latin typeface="Lato"/>
                <a:ea typeface="Lato"/>
                <a:cs typeface="Lato"/>
              </a:defRPr>
            </a:lvl1pPr>
            <a:lvl2pPr>
              <a:buNone/>
              <a:defRPr sz="2550" b="1">
                <a:solidFill>
                  <a:srgbClr val="142F3A"/>
                </a:solidFill>
                <a:latin typeface="Lato"/>
                <a:ea typeface="Lato"/>
                <a:cs typeface="Lato"/>
              </a:defRPr>
            </a:lvl2pPr>
            <a:lvl3pPr>
              <a:buNone/>
              <a:defRPr sz="2550" b="1">
                <a:solidFill>
                  <a:srgbClr val="142F3A"/>
                </a:solidFill>
                <a:latin typeface="Lato"/>
                <a:ea typeface="Lato"/>
                <a:cs typeface="Lato"/>
              </a:defRPr>
            </a:lvl3pPr>
            <a:lvl4pPr>
              <a:buNone/>
              <a:defRPr sz="2550" b="1">
                <a:solidFill>
                  <a:srgbClr val="142F3A"/>
                </a:solidFill>
                <a:latin typeface="Lato"/>
                <a:ea typeface="Lato"/>
                <a:cs typeface="Lato"/>
              </a:defRPr>
            </a:lvl4pPr>
            <a:lvl5pPr>
              <a:buNone/>
              <a:defRPr sz="2550" b="1">
                <a:solidFill>
                  <a:srgbClr val="142F3A"/>
                </a:solidFill>
                <a:latin typeface="Lato"/>
                <a:ea typeface="Lato"/>
                <a:cs typeface="Lato"/>
              </a:defRPr>
            </a:lvl5pPr>
            <a:lvl6pPr>
              <a:buNone/>
              <a:defRPr sz="2550" b="1">
                <a:solidFill>
                  <a:srgbClr val="142F3A"/>
                </a:solidFill>
                <a:latin typeface="Lato"/>
                <a:ea typeface="Lato"/>
                <a:cs typeface="Lato"/>
              </a:defRPr>
            </a:lvl6pPr>
            <a:lvl7pPr>
              <a:buNone/>
              <a:defRPr sz="2550" b="1">
                <a:solidFill>
                  <a:srgbClr val="142F3A"/>
                </a:solidFill>
                <a:latin typeface="Lato"/>
                <a:ea typeface="Lato"/>
                <a:cs typeface="Lato"/>
              </a:defRPr>
            </a:lvl7pPr>
            <a:lvl8pPr>
              <a:buNone/>
              <a:defRPr sz="2550" b="1">
                <a:solidFill>
                  <a:srgbClr val="142F3A"/>
                </a:solidFill>
                <a:latin typeface="Lato"/>
                <a:ea typeface="Lato"/>
                <a:cs typeface="Lato"/>
              </a:defRPr>
            </a:lvl8pPr>
            <a:lvl9pPr>
              <a:buNone/>
              <a:defRPr sz="2550" b="1">
                <a:solidFill>
                  <a:srgbClr val="142F3A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>
              <a:buNone/>
              <a:defRPr sz="2550" b="1">
                <a:solidFill>
                  <a:srgbClr val="142F3A"/>
                </a:solidFill>
                <a:latin typeface="Lato"/>
                <a:ea typeface="Lato"/>
                <a:cs typeface="Lato"/>
              </a:defRPr>
            </a:pPr>
            <a:r>
              <a:rPr sz="2550" b="1">
                <a:solidFill>
                  <a:srgbClr val="142F3A"/>
                </a:solidFill>
                <a:latin typeface="Lato"/>
                <a:ea typeface="Lato"/>
                <a:cs typeface="Lato"/>
              </a:rPr>
              <a:t>Solicitar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C4CE89F-43AE-4F8D-9981-7D7F395FC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1876425"/>
            <a:ext cx="6667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566C74"/>
                </a:solidFill>
                <a:latin typeface="Lato"/>
                <a:ea typeface="Lato"/>
                <a:cs typeface="Lato"/>
              </a:defRPr>
            </a:defPPr>
            <a:lvl1pPr>
              <a:buNone/>
              <a:defRPr sz="2100" b="0">
                <a:solidFill>
                  <a:srgbClr val="566C74"/>
                </a:solidFill>
                <a:latin typeface="Lato"/>
                <a:ea typeface="Lato"/>
                <a:cs typeface="Lato"/>
              </a:defRPr>
            </a:lvl1pPr>
            <a:lvl2pPr>
              <a:buNone/>
              <a:defRPr sz="2100" b="0">
                <a:solidFill>
                  <a:srgbClr val="566C74"/>
                </a:solidFill>
                <a:latin typeface="Lato"/>
                <a:ea typeface="Lato"/>
                <a:cs typeface="Lato"/>
              </a:defRPr>
            </a:lvl2pPr>
            <a:lvl3pPr>
              <a:buNone/>
              <a:defRPr sz="2100" b="0">
                <a:solidFill>
                  <a:srgbClr val="566C74"/>
                </a:solidFill>
                <a:latin typeface="Lato"/>
                <a:ea typeface="Lato"/>
                <a:cs typeface="Lato"/>
              </a:defRPr>
            </a:lvl3pPr>
            <a:lvl4pPr>
              <a:buNone/>
              <a:defRPr sz="2100" b="0">
                <a:solidFill>
                  <a:srgbClr val="566C74"/>
                </a:solidFill>
                <a:latin typeface="Lato"/>
                <a:ea typeface="Lato"/>
                <a:cs typeface="Lato"/>
              </a:defRPr>
            </a:lvl4pPr>
            <a:lvl5pPr>
              <a:buNone/>
              <a:defRPr sz="2100" b="0">
                <a:solidFill>
                  <a:srgbClr val="566C74"/>
                </a:solidFill>
                <a:latin typeface="Lato"/>
                <a:ea typeface="Lato"/>
                <a:cs typeface="Lato"/>
              </a:defRPr>
            </a:lvl5pPr>
            <a:lvl6pPr>
              <a:buNone/>
              <a:defRPr sz="2100" b="0">
                <a:solidFill>
                  <a:srgbClr val="566C74"/>
                </a:solidFill>
                <a:latin typeface="Lato"/>
                <a:ea typeface="Lato"/>
                <a:cs typeface="Lato"/>
              </a:defRPr>
            </a:lvl6pPr>
            <a:lvl7pPr>
              <a:buNone/>
              <a:defRPr sz="2100" b="0">
                <a:solidFill>
                  <a:srgbClr val="566C74"/>
                </a:solidFill>
                <a:latin typeface="Lato"/>
                <a:ea typeface="Lato"/>
                <a:cs typeface="Lato"/>
              </a:defRPr>
            </a:lvl7pPr>
            <a:lvl8pPr>
              <a:buNone/>
              <a:defRPr sz="2100" b="0">
                <a:solidFill>
                  <a:srgbClr val="566C74"/>
                </a:solidFill>
                <a:latin typeface="Lato"/>
                <a:ea typeface="Lato"/>
                <a:cs typeface="Lato"/>
              </a:defRPr>
            </a:lvl8pPr>
            <a:lvl9pPr>
              <a:buNone/>
              <a:defRPr sz="2100" b="0">
                <a:solidFill>
                  <a:srgbClr val="566C74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>
              <a:buNone/>
              <a:defRPr sz="2100" b="0">
                <a:solidFill>
                  <a:srgbClr val="566C74"/>
                </a:solidFill>
                <a:latin typeface="Lato"/>
                <a:ea typeface="Lato"/>
                <a:cs typeface="Lato"/>
              </a:defRPr>
            </a:pPr>
            <a:r>
              <a:rPr sz="2100" b="0">
                <a:solidFill>
                  <a:srgbClr val="566C74"/>
                </a:solidFill>
                <a:latin typeface="Lato"/>
                <a:ea typeface="Lato"/>
                <a:cs typeface="Lato"/>
              </a:rPr>
              <a:t>Consultar o inventário e escolher um bloco ausente.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F6ED6FB-CCB0-425D-A2C0-A42F8D8F6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9048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900" b="1">
                <a:solidFill>
                  <a:srgbClr val="087E83"/>
                </a:solidFill>
                <a:latin typeface="Lato"/>
                <a:ea typeface="Lato"/>
                <a:cs typeface="Lato"/>
              </a:defRPr>
            </a:defPPr>
            <a:lvl1pPr>
              <a:buNone/>
              <a:defRPr sz="3900" b="1">
                <a:solidFill>
                  <a:srgbClr val="087E83"/>
                </a:solidFill>
                <a:latin typeface="Lato"/>
                <a:ea typeface="Lato"/>
                <a:cs typeface="Lato"/>
              </a:defRPr>
            </a:lvl1pPr>
            <a:lvl2pPr>
              <a:buNone/>
              <a:defRPr sz="3900" b="1">
                <a:solidFill>
                  <a:srgbClr val="087E83"/>
                </a:solidFill>
                <a:latin typeface="Lato"/>
                <a:ea typeface="Lato"/>
                <a:cs typeface="Lato"/>
              </a:defRPr>
            </a:lvl2pPr>
            <a:lvl3pPr>
              <a:buNone/>
              <a:defRPr sz="3900" b="1">
                <a:solidFill>
                  <a:srgbClr val="087E83"/>
                </a:solidFill>
                <a:latin typeface="Lato"/>
                <a:ea typeface="Lato"/>
                <a:cs typeface="Lato"/>
              </a:defRPr>
            </a:lvl3pPr>
            <a:lvl4pPr>
              <a:buNone/>
              <a:defRPr sz="3900" b="1">
                <a:solidFill>
                  <a:srgbClr val="087E83"/>
                </a:solidFill>
                <a:latin typeface="Lato"/>
                <a:ea typeface="Lato"/>
                <a:cs typeface="Lato"/>
              </a:defRPr>
            </a:lvl4pPr>
            <a:lvl5pPr>
              <a:buNone/>
              <a:defRPr sz="3900" b="1">
                <a:solidFill>
                  <a:srgbClr val="087E83"/>
                </a:solidFill>
                <a:latin typeface="Lato"/>
                <a:ea typeface="Lato"/>
                <a:cs typeface="Lato"/>
              </a:defRPr>
            </a:lvl5pPr>
            <a:lvl6pPr>
              <a:buNone/>
              <a:defRPr sz="3900" b="1">
                <a:solidFill>
                  <a:srgbClr val="087E83"/>
                </a:solidFill>
                <a:latin typeface="Lato"/>
                <a:ea typeface="Lato"/>
                <a:cs typeface="Lato"/>
              </a:defRPr>
            </a:lvl6pPr>
            <a:lvl7pPr>
              <a:buNone/>
              <a:defRPr sz="3900" b="1">
                <a:solidFill>
                  <a:srgbClr val="087E83"/>
                </a:solidFill>
                <a:latin typeface="Lato"/>
                <a:ea typeface="Lato"/>
                <a:cs typeface="Lato"/>
              </a:defRPr>
            </a:lvl7pPr>
            <a:lvl8pPr>
              <a:buNone/>
              <a:defRPr sz="3900" b="1">
                <a:solidFill>
                  <a:srgbClr val="087E83"/>
                </a:solidFill>
                <a:latin typeface="Lato"/>
                <a:ea typeface="Lato"/>
                <a:cs typeface="Lato"/>
              </a:defRPr>
            </a:lvl8pPr>
            <a:lvl9pPr>
              <a:buNone/>
              <a:defRPr sz="3900" b="1">
                <a:solidFill>
                  <a:srgbClr val="087E83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>
              <a:buNone/>
              <a:defRPr sz="3900" b="1">
                <a:solidFill>
                  <a:srgbClr val="087E83"/>
                </a:solidFill>
                <a:latin typeface="Lato"/>
                <a:ea typeface="Lato"/>
                <a:cs typeface="Lato"/>
              </a:defRPr>
            </a:pPr>
            <a:r>
              <a:rPr sz="3900" b="1">
                <a:solidFill>
                  <a:srgbClr val="087E83"/>
                </a:solidFill>
                <a:latin typeface="Lato"/>
                <a:ea typeface="Lato"/>
                <a:cs typeface="Lato"/>
              </a:rPr>
              <a:t>02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0383A55-B338-48F8-9905-71F345F1F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2876550"/>
            <a:ext cx="2762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 b="1">
                <a:solidFill>
                  <a:srgbClr val="142F3A"/>
                </a:solidFill>
                <a:latin typeface="Lato"/>
                <a:ea typeface="Lato"/>
                <a:cs typeface="Lato"/>
              </a:defRPr>
            </a:defPPr>
            <a:lvl1pPr>
              <a:buNone/>
              <a:defRPr sz="2550" b="1">
                <a:solidFill>
                  <a:srgbClr val="142F3A"/>
                </a:solidFill>
                <a:latin typeface="Lato"/>
                <a:ea typeface="Lato"/>
                <a:cs typeface="Lato"/>
              </a:defRPr>
            </a:lvl1pPr>
            <a:lvl2pPr>
              <a:buNone/>
              <a:defRPr sz="2550" b="1">
                <a:solidFill>
                  <a:srgbClr val="142F3A"/>
                </a:solidFill>
                <a:latin typeface="Lato"/>
                <a:ea typeface="Lato"/>
                <a:cs typeface="Lato"/>
              </a:defRPr>
            </a:lvl2pPr>
            <a:lvl3pPr>
              <a:buNone/>
              <a:defRPr sz="2550" b="1">
                <a:solidFill>
                  <a:srgbClr val="142F3A"/>
                </a:solidFill>
                <a:latin typeface="Lato"/>
                <a:ea typeface="Lato"/>
                <a:cs typeface="Lato"/>
              </a:defRPr>
            </a:lvl3pPr>
            <a:lvl4pPr>
              <a:buNone/>
              <a:defRPr sz="2550" b="1">
                <a:solidFill>
                  <a:srgbClr val="142F3A"/>
                </a:solidFill>
                <a:latin typeface="Lato"/>
                <a:ea typeface="Lato"/>
                <a:cs typeface="Lato"/>
              </a:defRPr>
            </a:lvl4pPr>
            <a:lvl5pPr>
              <a:buNone/>
              <a:defRPr sz="2550" b="1">
                <a:solidFill>
                  <a:srgbClr val="142F3A"/>
                </a:solidFill>
                <a:latin typeface="Lato"/>
                <a:ea typeface="Lato"/>
                <a:cs typeface="Lato"/>
              </a:defRPr>
            </a:lvl5pPr>
            <a:lvl6pPr>
              <a:buNone/>
              <a:defRPr sz="2550" b="1">
                <a:solidFill>
                  <a:srgbClr val="142F3A"/>
                </a:solidFill>
                <a:latin typeface="Lato"/>
                <a:ea typeface="Lato"/>
                <a:cs typeface="Lato"/>
              </a:defRPr>
            </a:lvl6pPr>
            <a:lvl7pPr>
              <a:buNone/>
              <a:defRPr sz="2550" b="1">
                <a:solidFill>
                  <a:srgbClr val="142F3A"/>
                </a:solidFill>
                <a:latin typeface="Lato"/>
                <a:ea typeface="Lato"/>
                <a:cs typeface="Lato"/>
              </a:defRPr>
            </a:lvl7pPr>
            <a:lvl8pPr>
              <a:buNone/>
              <a:defRPr sz="2550" b="1">
                <a:solidFill>
                  <a:srgbClr val="142F3A"/>
                </a:solidFill>
                <a:latin typeface="Lato"/>
                <a:ea typeface="Lato"/>
                <a:cs typeface="Lato"/>
              </a:defRPr>
            </a:lvl8pPr>
            <a:lvl9pPr>
              <a:buNone/>
              <a:defRPr sz="2550" b="1">
                <a:solidFill>
                  <a:srgbClr val="142F3A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>
              <a:buNone/>
              <a:defRPr sz="2550" b="1">
                <a:solidFill>
                  <a:srgbClr val="142F3A"/>
                </a:solidFill>
                <a:latin typeface="Lato"/>
                <a:ea typeface="Lato"/>
                <a:cs typeface="Lato"/>
              </a:defRPr>
            </a:pPr>
            <a:r>
              <a:rPr sz="2550" b="1">
                <a:solidFill>
                  <a:srgbClr val="142F3A"/>
                </a:solidFill>
                <a:latin typeface="Lato"/>
                <a:ea typeface="Lato"/>
                <a:cs typeface="Lato"/>
              </a:rPr>
              <a:t>Verificar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127DAC0-60AE-4C78-84FD-AEE194DA6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2924175"/>
            <a:ext cx="6667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566C74"/>
                </a:solidFill>
                <a:latin typeface="Lato"/>
                <a:ea typeface="Lato"/>
                <a:cs typeface="Lato"/>
              </a:defRPr>
            </a:defPPr>
            <a:lvl1pPr>
              <a:buNone/>
              <a:defRPr sz="2100" b="0">
                <a:solidFill>
                  <a:srgbClr val="566C74"/>
                </a:solidFill>
                <a:latin typeface="Lato"/>
                <a:ea typeface="Lato"/>
                <a:cs typeface="Lato"/>
              </a:defRPr>
            </a:lvl1pPr>
            <a:lvl2pPr>
              <a:buNone/>
              <a:defRPr sz="2100" b="0">
                <a:solidFill>
                  <a:srgbClr val="566C74"/>
                </a:solidFill>
                <a:latin typeface="Lato"/>
                <a:ea typeface="Lato"/>
                <a:cs typeface="Lato"/>
              </a:defRPr>
            </a:lvl2pPr>
            <a:lvl3pPr>
              <a:buNone/>
              <a:defRPr sz="2100" b="0">
                <a:solidFill>
                  <a:srgbClr val="566C74"/>
                </a:solidFill>
                <a:latin typeface="Lato"/>
                <a:ea typeface="Lato"/>
                <a:cs typeface="Lato"/>
              </a:defRPr>
            </a:lvl3pPr>
            <a:lvl4pPr>
              <a:buNone/>
              <a:defRPr sz="2100" b="0">
                <a:solidFill>
                  <a:srgbClr val="566C74"/>
                </a:solidFill>
                <a:latin typeface="Lato"/>
                <a:ea typeface="Lato"/>
                <a:cs typeface="Lato"/>
              </a:defRPr>
            </a:lvl4pPr>
            <a:lvl5pPr>
              <a:buNone/>
              <a:defRPr sz="2100" b="0">
                <a:solidFill>
                  <a:srgbClr val="566C74"/>
                </a:solidFill>
                <a:latin typeface="Lato"/>
                <a:ea typeface="Lato"/>
                <a:cs typeface="Lato"/>
              </a:defRPr>
            </a:lvl5pPr>
            <a:lvl6pPr>
              <a:buNone/>
              <a:defRPr sz="2100" b="0">
                <a:solidFill>
                  <a:srgbClr val="566C74"/>
                </a:solidFill>
                <a:latin typeface="Lato"/>
                <a:ea typeface="Lato"/>
                <a:cs typeface="Lato"/>
              </a:defRPr>
            </a:lvl6pPr>
            <a:lvl7pPr>
              <a:buNone/>
              <a:defRPr sz="2100" b="0">
                <a:solidFill>
                  <a:srgbClr val="566C74"/>
                </a:solidFill>
                <a:latin typeface="Lato"/>
                <a:ea typeface="Lato"/>
                <a:cs typeface="Lato"/>
              </a:defRPr>
            </a:lvl7pPr>
            <a:lvl8pPr>
              <a:buNone/>
              <a:defRPr sz="2100" b="0">
                <a:solidFill>
                  <a:srgbClr val="566C74"/>
                </a:solidFill>
                <a:latin typeface="Lato"/>
                <a:ea typeface="Lato"/>
                <a:cs typeface="Lato"/>
              </a:defRPr>
            </a:lvl8pPr>
            <a:lvl9pPr>
              <a:buNone/>
              <a:defRPr sz="2100" b="0">
                <a:solidFill>
                  <a:srgbClr val="566C74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>
              <a:buNone/>
              <a:defRPr sz="2100" b="0">
                <a:solidFill>
                  <a:srgbClr val="566C74"/>
                </a:solidFill>
                <a:latin typeface="Lato"/>
                <a:ea typeface="Lato"/>
                <a:cs typeface="Lato"/>
              </a:defRPr>
            </a:pPr>
            <a:r>
              <a:rPr sz="2100" b="0">
                <a:solidFill>
                  <a:srgbClr val="566C74"/>
                </a:solidFill>
                <a:latin typeface="Lato"/>
                <a:ea typeface="Lato"/>
                <a:cs typeface="Lato"/>
              </a:rPr>
              <a:t>Conferir tamanho e SHA-256 do bloco recebido.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41E5F87-1AD3-4F1B-BFE0-D2AFB35C4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05250"/>
            <a:ext cx="9048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900" b="1">
                <a:solidFill>
                  <a:srgbClr val="087E83"/>
                </a:solidFill>
                <a:latin typeface="Lato"/>
                <a:ea typeface="Lato"/>
                <a:cs typeface="Lato"/>
              </a:defRPr>
            </a:defPPr>
            <a:lvl1pPr>
              <a:buNone/>
              <a:defRPr sz="3900" b="1">
                <a:solidFill>
                  <a:srgbClr val="087E83"/>
                </a:solidFill>
                <a:latin typeface="Lato"/>
                <a:ea typeface="Lato"/>
                <a:cs typeface="Lato"/>
              </a:defRPr>
            </a:lvl1pPr>
            <a:lvl2pPr>
              <a:buNone/>
              <a:defRPr sz="3900" b="1">
                <a:solidFill>
                  <a:srgbClr val="087E83"/>
                </a:solidFill>
                <a:latin typeface="Lato"/>
                <a:ea typeface="Lato"/>
                <a:cs typeface="Lato"/>
              </a:defRPr>
            </a:lvl2pPr>
            <a:lvl3pPr>
              <a:buNone/>
              <a:defRPr sz="3900" b="1">
                <a:solidFill>
                  <a:srgbClr val="087E83"/>
                </a:solidFill>
                <a:latin typeface="Lato"/>
                <a:ea typeface="Lato"/>
                <a:cs typeface="Lato"/>
              </a:defRPr>
            </a:lvl3pPr>
            <a:lvl4pPr>
              <a:buNone/>
              <a:defRPr sz="3900" b="1">
                <a:solidFill>
                  <a:srgbClr val="087E83"/>
                </a:solidFill>
                <a:latin typeface="Lato"/>
                <a:ea typeface="Lato"/>
                <a:cs typeface="Lato"/>
              </a:defRPr>
            </a:lvl4pPr>
            <a:lvl5pPr>
              <a:buNone/>
              <a:defRPr sz="3900" b="1">
                <a:solidFill>
                  <a:srgbClr val="087E83"/>
                </a:solidFill>
                <a:latin typeface="Lato"/>
                <a:ea typeface="Lato"/>
                <a:cs typeface="Lato"/>
              </a:defRPr>
            </a:lvl5pPr>
            <a:lvl6pPr>
              <a:buNone/>
              <a:defRPr sz="3900" b="1">
                <a:solidFill>
                  <a:srgbClr val="087E83"/>
                </a:solidFill>
                <a:latin typeface="Lato"/>
                <a:ea typeface="Lato"/>
                <a:cs typeface="Lato"/>
              </a:defRPr>
            </a:lvl6pPr>
            <a:lvl7pPr>
              <a:buNone/>
              <a:defRPr sz="3900" b="1">
                <a:solidFill>
                  <a:srgbClr val="087E83"/>
                </a:solidFill>
                <a:latin typeface="Lato"/>
                <a:ea typeface="Lato"/>
                <a:cs typeface="Lato"/>
              </a:defRPr>
            </a:lvl7pPr>
            <a:lvl8pPr>
              <a:buNone/>
              <a:defRPr sz="3900" b="1">
                <a:solidFill>
                  <a:srgbClr val="087E83"/>
                </a:solidFill>
                <a:latin typeface="Lato"/>
                <a:ea typeface="Lato"/>
                <a:cs typeface="Lato"/>
              </a:defRPr>
            </a:lvl8pPr>
            <a:lvl9pPr>
              <a:buNone/>
              <a:defRPr sz="3900" b="1">
                <a:solidFill>
                  <a:srgbClr val="087E83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>
              <a:buNone/>
              <a:defRPr sz="3900" b="1">
                <a:solidFill>
                  <a:srgbClr val="087E83"/>
                </a:solidFill>
                <a:latin typeface="Lato"/>
                <a:ea typeface="Lato"/>
                <a:cs typeface="Lato"/>
              </a:defRPr>
            </a:pPr>
            <a:r>
              <a:rPr sz="3900" b="1">
                <a:solidFill>
                  <a:srgbClr val="087E83"/>
                </a:solidFill>
                <a:latin typeface="Lato"/>
                <a:ea typeface="Lato"/>
                <a:cs typeface="Lato"/>
              </a:rPr>
              <a:t>03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A1027AD-AC88-47DA-B302-85A480914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3924300"/>
            <a:ext cx="2762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 b="1">
                <a:solidFill>
                  <a:srgbClr val="142F3A"/>
                </a:solidFill>
                <a:latin typeface="Lato"/>
                <a:ea typeface="Lato"/>
                <a:cs typeface="Lato"/>
              </a:defRPr>
            </a:defPPr>
            <a:lvl1pPr>
              <a:buNone/>
              <a:defRPr sz="2550" b="1">
                <a:solidFill>
                  <a:srgbClr val="142F3A"/>
                </a:solidFill>
                <a:latin typeface="Lato"/>
                <a:ea typeface="Lato"/>
                <a:cs typeface="Lato"/>
              </a:defRPr>
            </a:lvl1pPr>
            <a:lvl2pPr>
              <a:buNone/>
              <a:defRPr sz="2550" b="1">
                <a:solidFill>
                  <a:srgbClr val="142F3A"/>
                </a:solidFill>
                <a:latin typeface="Lato"/>
                <a:ea typeface="Lato"/>
                <a:cs typeface="Lato"/>
              </a:defRPr>
            </a:lvl2pPr>
            <a:lvl3pPr>
              <a:buNone/>
              <a:defRPr sz="2550" b="1">
                <a:solidFill>
                  <a:srgbClr val="142F3A"/>
                </a:solidFill>
                <a:latin typeface="Lato"/>
                <a:ea typeface="Lato"/>
                <a:cs typeface="Lato"/>
              </a:defRPr>
            </a:lvl3pPr>
            <a:lvl4pPr>
              <a:buNone/>
              <a:defRPr sz="2550" b="1">
                <a:solidFill>
                  <a:srgbClr val="142F3A"/>
                </a:solidFill>
                <a:latin typeface="Lato"/>
                <a:ea typeface="Lato"/>
                <a:cs typeface="Lato"/>
              </a:defRPr>
            </a:lvl4pPr>
            <a:lvl5pPr>
              <a:buNone/>
              <a:defRPr sz="2550" b="1">
                <a:solidFill>
                  <a:srgbClr val="142F3A"/>
                </a:solidFill>
                <a:latin typeface="Lato"/>
                <a:ea typeface="Lato"/>
                <a:cs typeface="Lato"/>
              </a:defRPr>
            </a:lvl5pPr>
            <a:lvl6pPr>
              <a:buNone/>
              <a:defRPr sz="2550" b="1">
                <a:solidFill>
                  <a:srgbClr val="142F3A"/>
                </a:solidFill>
                <a:latin typeface="Lato"/>
                <a:ea typeface="Lato"/>
                <a:cs typeface="Lato"/>
              </a:defRPr>
            </a:lvl6pPr>
            <a:lvl7pPr>
              <a:buNone/>
              <a:defRPr sz="2550" b="1">
                <a:solidFill>
                  <a:srgbClr val="142F3A"/>
                </a:solidFill>
                <a:latin typeface="Lato"/>
                <a:ea typeface="Lato"/>
                <a:cs typeface="Lato"/>
              </a:defRPr>
            </a:lvl7pPr>
            <a:lvl8pPr>
              <a:buNone/>
              <a:defRPr sz="2550" b="1">
                <a:solidFill>
                  <a:srgbClr val="142F3A"/>
                </a:solidFill>
                <a:latin typeface="Lato"/>
                <a:ea typeface="Lato"/>
                <a:cs typeface="Lato"/>
              </a:defRPr>
            </a:lvl8pPr>
            <a:lvl9pPr>
              <a:buNone/>
              <a:defRPr sz="2550" b="1">
                <a:solidFill>
                  <a:srgbClr val="142F3A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>
              <a:buNone/>
              <a:defRPr sz="2550" b="1">
                <a:solidFill>
                  <a:srgbClr val="142F3A"/>
                </a:solidFill>
                <a:latin typeface="Lato"/>
                <a:ea typeface="Lato"/>
                <a:cs typeface="Lato"/>
              </a:defRPr>
            </a:pPr>
            <a:r>
              <a:rPr sz="2550" b="1">
                <a:solidFill>
                  <a:srgbClr val="142F3A"/>
                </a:solidFill>
                <a:latin typeface="Lato"/>
                <a:ea typeface="Lato"/>
                <a:cs typeface="Lato"/>
              </a:rPr>
              <a:t>Compartilhar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85ED04E-360E-492C-AC3B-F931D418B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3971925"/>
            <a:ext cx="6667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566C74"/>
                </a:solidFill>
                <a:latin typeface="Lato"/>
                <a:ea typeface="Lato"/>
                <a:cs typeface="Lato"/>
              </a:defRPr>
            </a:defPPr>
            <a:lvl1pPr>
              <a:buNone/>
              <a:defRPr sz="2100" b="0">
                <a:solidFill>
                  <a:srgbClr val="566C74"/>
                </a:solidFill>
                <a:latin typeface="Lato"/>
                <a:ea typeface="Lato"/>
                <a:cs typeface="Lato"/>
              </a:defRPr>
            </a:lvl1pPr>
            <a:lvl2pPr>
              <a:buNone/>
              <a:defRPr sz="2100" b="0">
                <a:solidFill>
                  <a:srgbClr val="566C74"/>
                </a:solidFill>
                <a:latin typeface="Lato"/>
                <a:ea typeface="Lato"/>
                <a:cs typeface="Lato"/>
              </a:defRPr>
            </a:lvl2pPr>
            <a:lvl3pPr>
              <a:buNone/>
              <a:defRPr sz="2100" b="0">
                <a:solidFill>
                  <a:srgbClr val="566C74"/>
                </a:solidFill>
                <a:latin typeface="Lato"/>
                <a:ea typeface="Lato"/>
                <a:cs typeface="Lato"/>
              </a:defRPr>
            </a:lvl3pPr>
            <a:lvl4pPr>
              <a:buNone/>
              <a:defRPr sz="2100" b="0">
                <a:solidFill>
                  <a:srgbClr val="566C74"/>
                </a:solidFill>
                <a:latin typeface="Lato"/>
                <a:ea typeface="Lato"/>
                <a:cs typeface="Lato"/>
              </a:defRPr>
            </a:lvl4pPr>
            <a:lvl5pPr>
              <a:buNone/>
              <a:defRPr sz="2100" b="0">
                <a:solidFill>
                  <a:srgbClr val="566C74"/>
                </a:solidFill>
                <a:latin typeface="Lato"/>
                <a:ea typeface="Lato"/>
                <a:cs typeface="Lato"/>
              </a:defRPr>
            </a:lvl5pPr>
            <a:lvl6pPr>
              <a:buNone/>
              <a:defRPr sz="2100" b="0">
                <a:solidFill>
                  <a:srgbClr val="566C74"/>
                </a:solidFill>
                <a:latin typeface="Lato"/>
                <a:ea typeface="Lato"/>
                <a:cs typeface="Lato"/>
              </a:defRPr>
            </a:lvl6pPr>
            <a:lvl7pPr>
              <a:buNone/>
              <a:defRPr sz="2100" b="0">
                <a:solidFill>
                  <a:srgbClr val="566C74"/>
                </a:solidFill>
                <a:latin typeface="Lato"/>
                <a:ea typeface="Lato"/>
                <a:cs typeface="Lato"/>
              </a:defRPr>
            </a:lvl7pPr>
            <a:lvl8pPr>
              <a:buNone/>
              <a:defRPr sz="2100" b="0">
                <a:solidFill>
                  <a:srgbClr val="566C74"/>
                </a:solidFill>
                <a:latin typeface="Lato"/>
                <a:ea typeface="Lato"/>
                <a:cs typeface="Lato"/>
              </a:defRPr>
            </a:lvl8pPr>
            <a:lvl9pPr>
              <a:buNone/>
              <a:defRPr sz="2100" b="0">
                <a:solidFill>
                  <a:srgbClr val="566C74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>
              <a:buNone/>
              <a:defRPr sz="2100" b="0">
                <a:solidFill>
                  <a:srgbClr val="566C74"/>
                </a:solidFill>
                <a:latin typeface="Lato"/>
                <a:ea typeface="Lato"/>
                <a:cs typeface="Lato"/>
              </a:defRPr>
            </a:pPr>
            <a:r>
              <a:rPr sz="2100" b="0">
                <a:solidFill>
                  <a:srgbClr val="566C74"/>
                </a:solidFill>
                <a:latin typeface="Lato"/>
                <a:ea typeface="Lato"/>
                <a:cs typeface="Lato"/>
              </a:rPr>
              <a:t>Gravar por posição e disponibilizar o bloco.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53921B2-6AD9-4955-9BF6-0C212CEB7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0"/>
            <a:ext cx="9048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900" b="1">
                <a:solidFill>
                  <a:srgbClr val="087E83"/>
                </a:solidFill>
                <a:latin typeface="Lato"/>
                <a:ea typeface="Lato"/>
                <a:cs typeface="Lato"/>
              </a:defRPr>
            </a:defPPr>
            <a:lvl1pPr>
              <a:buNone/>
              <a:defRPr sz="3900" b="1">
                <a:solidFill>
                  <a:srgbClr val="087E83"/>
                </a:solidFill>
                <a:latin typeface="Lato"/>
                <a:ea typeface="Lato"/>
                <a:cs typeface="Lato"/>
              </a:defRPr>
            </a:lvl1pPr>
            <a:lvl2pPr>
              <a:buNone/>
              <a:defRPr sz="3900" b="1">
                <a:solidFill>
                  <a:srgbClr val="087E83"/>
                </a:solidFill>
                <a:latin typeface="Lato"/>
                <a:ea typeface="Lato"/>
                <a:cs typeface="Lato"/>
              </a:defRPr>
            </a:lvl2pPr>
            <a:lvl3pPr>
              <a:buNone/>
              <a:defRPr sz="3900" b="1">
                <a:solidFill>
                  <a:srgbClr val="087E83"/>
                </a:solidFill>
                <a:latin typeface="Lato"/>
                <a:ea typeface="Lato"/>
                <a:cs typeface="Lato"/>
              </a:defRPr>
            </a:lvl3pPr>
            <a:lvl4pPr>
              <a:buNone/>
              <a:defRPr sz="3900" b="1">
                <a:solidFill>
                  <a:srgbClr val="087E83"/>
                </a:solidFill>
                <a:latin typeface="Lato"/>
                <a:ea typeface="Lato"/>
                <a:cs typeface="Lato"/>
              </a:defRPr>
            </a:lvl4pPr>
            <a:lvl5pPr>
              <a:buNone/>
              <a:defRPr sz="3900" b="1">
                <a:solidFill>
                  <a:srgbClr val="087E83"/>
                </a:solidFill>
                <a:latin typeface="Lato"/>
                <a:ea typeface="Lato"/>
                <a:cs typeface="Lato"/>
              </a:defRPr>
            </a:lvl5pPr>
            <a:lvl6pPr>
              <a:buNone/>
              <a:defRPr sz="3900" b="1">
                <a:solidFill>
                  <a:srgbClr val="087E83"/>
                </a:solidFill>
                <a:latin typeface="Lato"/>
                <a:ea typeface="Lato"/>
                <a:cs typeface="Lato"/>
              </a:defRPr>
            </a:lvl6pPr>
            <a:lvl7pPr>
              <a:buNone/>
              <a:defRPr sz="3900" b="1">
                <a:solidFill>
                  <a:srgbClr val="087E83"/>
                </a:solidFill>
                <a:latin typeface="Lato"/>
                <a:ea typeface="Lato"/>
                <a:cs typeface="Lato"/>
              </a:defRPr>
            </a:lvl7pPr>
            <a:lvl8pPr>
              <a:buNone/>
              <a:defRPr sz="3900" b="1">
                <a:solidFill>
                  <a:srgbClr val="087E83"/>
                </a:solidFill>
                <a:latin typeface="Lato"/>
                <a:ea typeface="Lato"/>
                <a:cs typeface="Lato"/>
              </a:defRPr>
            </a:lvl8pPr>
            <a:lvl9pPr>
              <a:buNone/>
              <a:defRPr sz="3900" b="1">
                <a:solidFill>
                  <a:srgbClr val="087E83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>
              <a:buNone/>
              <a:defRPr sz="3900" b="1">
                <a:solidFill>
                  <a:srgbClr val="087E83"/>
                </a:solidFill>
                <a:latin typeface="Lato"/>
                <a:ea typeface="Lato"/>
                <a:cs typeface="Lato"/>
              </a:defRPr>
            </a:pPr>
            <a:r>
              <a:rPr sz="3900" b="1">
                <a:solidFill>
                  <a:srgbClr val="087E83"/>
                </a:solidFill>
                <a:latin typeface="Lato"/>
                <a:ea typeface="Lato"/>
                <a:cs typeface="Lato"/>
              </a:rPr>
              <a:t>04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AC2817C-42C8-45E4-A3FF-4904F02F5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4972050"/>
            <a:ext cx="2762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 b="1">
                <a:solidFill>
                  <a:srgbClr val="142F3A"/>
                </a:solidFill>
                <a:latin typeface="Lato"/>
                <a:ea typeface="Lato"/>
                <a:cs typeface="Lato"/>
              </a:defRPr>
            </a:defPPr>
            <a:lvl1pPr>
              <a:buNone/>
              <a:defRPr sz="2550" b="1">
                <a:solidFill>
                  <a:srgbClr val="142F3A"/>
                </a:solidFill>
                <a:latin typeface="Lato"/>
                <a:ea typeface="Lato"/>
                <a:cs typeface="Lato"/>
              </a:defRPr>
            </a:lvl1pPr>
            <a:lvl2pPr>
              <a:buNone/>
              <a:defRPr sz="2550" b="1">
                <a:solidFill>
                  <a:srgbClr val="142F3A"/>
                </a:solidFill>
                <a:latin typeface="Lato"/>
                <a:ea typeface="Lato"/>
                <a:cs typeface="Lato"/>
              </a:defRPr>
            </a:lvl2pPr>
            <a:lvl3pPr>
              <a:buNone/>
              <a:defRPr sz="2550" b="1">
                <a:solidFill>
                  <a:srgbClr val="142F3A"/>
                </a:solidFill>
                <a:latin typeface="Lato"/>
                <a:ea typeface="Lato"/>
                <a:cs typeface="Lato"/>
              </a:defRPr>
            </a:lvl3pPr>
            <a:lvl4pPr>
              <a:buNone/>
              <a:defRPr sz="2550" b="1">
                <a:solidFill>
                  <a:srgbClr val="142F3A"/>
                </a:solidFill>
                <a:latin typeface="Lato"/>
                <a:ea typeface="Lato"/>
                <a:cs typeface="Lato"/>
              </a:defRPr>
            </a:lvl4pPr>
            <a:lvl5pPr>
              <a:buNone/>
              <a:defRPr sz="2550" b="1">
                <a:solidFill>
                  <a:srgbClr val="142F3A"/>
                </a:solidFill>
                <a:latin typeface="Lato"/>
                <a:ea typeface="Lato"/>
                <a:cs typeface="Lato"/>
              </a:defRPr>
            </a:lvl5pPr>
            <a:lvl6pPr>
              <a:buNone/>
              <a:defRPr sz="2550" b="1">
                <a:solidFill>
                  <a:srgbClr val="142F3A"/>
                </a:solidFill>
                <a:latin typeface="Lato"/>
                <a:ea typeface="Lato"/>
                <a:cs typeface="Lato"/>
              </a:defRPr>
            </a:lvl6pPr>
            <a:lvl7pPr>
              <a:buNone/>
              <a:defRPr sz="2550" b="1">
                <a:solidFill>
                  <a:srgbClr val="142F3A"/>
                </a:solidFill>
                <a:latin typeface="Lato"/>
                <a:ea typeface="Lato"/>
                <a:cs typeface="Lato"/>
              </a:defRPr>
            </a:lvl7pPr>
            <a:lvl8pPr>
              <a:buNone/>
              <a:defRPr sz="2550" b="1">
                <a:solidFill>
                  <a:srgbClr val="142F3A"/>
                </a:solidFill>
                <a:latin typeface="Lato"/>
                <a:ea typeface="Lato"/>
                <a:cs typeface="Lato"/>
              </a:defRPr>
            </a:lvl8pPr>
            <a:lvl9pPr>
              <a:buNone/>
              <a:defRPr sz="2550" b="1">
                <a:solidFill>
                  <a:srgbClr val="142F3A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>
              <a:buNone/>
              <a:defRPr sz="2550" b="1">
                <a:solidFill>
                  <a:srgbClr val="142F3A"/>
                </a:solidFill>
                <a:latin typeface="Lato"/>
                <a:ea typeface="Lato"/>
                <a:cs typeface="Lato"/>
              </a:defRPr>
            </a:pPr>
            <a:r>
              <a:rPr sz="2550" b="1">
                <a:solidFill>
                  <a:srgbClr val="142F3A"/>
                </a:solidFill>
                <a:latin typeface="Lato"/>
                <a:ea typeface="Lato"/>
                <a:cs typeface="Lato"/>
              </a:rPr>
              <a:t>Concluir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49DD7FA-6186-489A-9F0F-24B2671BC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5019675"/>
            <a:ext cx="6667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566C74"/>
                </a:solidFill>
                <a:latin typeface="Lato"/>
                <a:ea typeface="Lato"/>
                <a:cs typeface="Lato"/>
              </a:defRPr>
            </a:defPPr>
            <a:lvl1pPr>
              <a:buNone/>
              <a:defRPr sz="2100" b="0">
                <a:solidFill>
                  <a:srgbClr val="566C74"/>
                </a:solidFill>
                <a:latin typeface="Lato"/>
                <a:ea typeface="Lato"/>
                <a:cs typeface="Lato"/>
              </a:defRPr>
            </a:lvl1pPr>
            <a:lvl2pPr>
              <a:buNone/>
              <a:defRPr sz="2100" b="0">
                <a:solidFill>
                  <a:srgbClr val="566C74"/>
                </a:solidFill>
                <a:latin typeface="Lato"/>
                <a:ea typeface="Lato"/>
                <a:cs typeface="Lato"/>
              </a:defRPr>
            </a:lvl2pPr>
            <a:lvl3pPr>
              <a:buNone/>
              <a:defRPr sz="2100" b="0">
                <a:solidFill>
                  <a:srgbClr val="566C74"/>
                </a:solidFill>
                <a:latin typeface="Lato"/>
                <a:ea typeface="Lato"/>
                <a:cs typeface="Lato"/>
              </a:defRPr>
            </a:lvl3pPr>
            <a:lvl4pPr>
              <a:buNone/>
              <a:defRPr sz="2100" b="0">
                <a:solidFill>
                  <a:srgbClr val="566C74"/>
                </a:solidFill>
                <a:latin typeface="Lato"/>
                <a:ea typeface="Lato"/>
                <a:cs typeface="Lato"/>
              </a:defRPr>
            </a:lvl4pPr>
            <a:lvl5pPr>
              <a:buNone/>
              <a:defRPr sz="2100" b="0">
                <a:solidFill>
                  <a:srgbClr val="566C74"/>
                </a:solidFill>
                <a:latin typeface="Lato"/>
                <a:ea typeface="Lato"/>
                <a:cs typeface="Lato"/>
              </a:defRPr>
            </a:lvl5pPr>
            <a:lvl6pPr>
              <a:buNone/>
              <a:defRPr sz="2100" b="0">
                <a:solidFill>
                  <a:srgbClr val="566C74"/>
                </a:solidFill>
                <a:latin typeface="Lato"/>
                <a:ea typeface="Lato"/>
                <a:cs typeface="Lato"/>
              </a:defRPr>
            </a:lvl6pPr>
            <a:lvl7pPr>
              <a:buNone/>
              <a:defRPr sz="2100" b="0">
                <a:solidFill>
                  <a:srgbClr val="566C74"/>
                </a:solidFill>
                <a:latin typeface="Lato"/>
                <a:ea typeface="Lato"/>
                <a:cs typeface="Lato"/>
              </a:defRPr>
            </a:lvl7pPr>
            <a:lvl8pPr>
              <a:buNone/>
              <a:defRPr sz="2100" b="0">
                <a:solidFill>
                  <a:srgbClr val="566C74"/>
                </a:solidFill>
                <a:latin typeface="Lato"/>
                <a:ea typeface="Lato"/>
                <a:cs typeface="Lato"/>
              </a:defRPr>
            </a:lvl8pPr>
            <a:lvl9pPr>
              <a:buNone/>
              <a:defRPr sz="2100" b="0">
                <a:solidFill>
                  <a:srgbClr val="566C74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>
              <a:buNone/>
              <a:defRPr sz="2100" b="0">
                <a:solidFill>
                  <a:srgbClr val="566C74"/>
                </a:solidFill>
                <a:latin typeface="Lato"/>
                <a:ea typeface="Lato"/>
                <a:cs typeface="Lato"/>
              </a:defRPr>
            </a:pPr>
            <a:r>
              <a:rPr sz="2100" b="0">
                <a:solidFill>
                  <a:srgbClr val="566C74"/>
                </a:solidFill>
                <a:latin typeface="Lato"/>
                <a:ea typeface="Lato"/>
                <a:cs typeface="Lato"/>
              </a:rPr>
              <a:t>Validar o SHA-256 completo e publicar o arquivo.</a:t>
            </a:r>
          </a:p>
        </p:txBody>
      </p:sp>
    </p:spTree>
    <p:extLst>
      <p:ext uri="{BB962C8B-B14F-4D97-AF65-F5344CB8AC3E}">
        <p14:creationId xmlns:p14="http://schemas.microsoft.com/office/powerpoint/2010/main" val="95729398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5F4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D2D5955-F947-48D5-8917-FCC710DB8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4350"/>
            <a:ext cx="10858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142F3A"/>
                </a:solidFill>
                <a:latin typeface="Lato"/>
                <a:ea typeface="Lato"/>
                <a:cs typeface="Lato"/>
              </a:defRPr>
            </a:defPPr>
            <a:lvl1pPr>
              <a:buNone/>
              <a:defRPr sz="3300" b="1">
                <a:solidFill>
                  <a:srgbClr val="142F3A"/>
                </a:solidFill>
                <a:latin typeface="Lato"/>
                <a:ea typeface="Lato"/>
                <a:cs typeface="Lato"/>
              </a:defRPr>
            </a:lvl1pPr>
            <a:lvl2pPr>
              <a:buNone/>
              <a:defRPr sz="3300" b="1">
                <a:solidFill>
                  <a:srgbClr val="142F3A"/>
                </a:solidFill>
                <a:latin typeface="Lato"/>
                <a:ea typeface="Lato"/>
                <a:cs typeface="Lato"/>
              </a:defRPr>
            </a:lvl2pPr>
            <a:lvl3pPr>
              <a:buNone/>
              <a:defRPr sz="3300" b="1">
                <a:solidFill>
                  <a:srgbClr val="142F3A"/>
                </a:solidFill>
                <a:latin typeface="Lato"/>
                <a:ea typeface="Lato"/>
                <a:cs typeface="Lato"/>
              </a:defRPr>
            </a:lvl3pPr>
            <a:lvl4pPr>
              <a:buNone/>
              <a:defRPr sz="3300" b="1">
                <a:solidFill>
                  <a:srgbClr val="142F3A"/>
                </a:solidFill>
                <a:latin typeface="Lato"/>
                <a:ea typeface="Lato"/>
                <a:cs typeface="Lato"/>
              </a:defRPr>
            </a:lvl4pPr>
            <a:lvl5pPr>
              <a:buNone/>
              <a:defRPr sz="3300" b="1">
                <a:solidFill>
                  <a:srgbClr val="142F3A"/>
                </a:solidFill>
                <a:latin typeface="Lato"/>
                <a:ea typeface="Lato"/>
                <a:cs typeface="Lato"/>
              </a:defRPr>
            </a:lvl5pPr>
            <a:lvl6pPr>
              <a:buNone/>
              <a:defRPr sz="3300" b="1">
                <a:solidFill>
                  <a:srgbClr val="142F3A"/>
                </a:solidFill>
                <a:latin typeface="Lato"/>
                <a:ea typeface="Lato"/>
                <a:cs typeface="Lato"/>
              </a:defRPr>
            </a:lvl6pPr>
            <a:lvl7pPr>
              <a:buNone/>
              <a:defRPr sz="3300" b="1">
                <a:solidFill>
                  <a:srgbClr val="142F3A"/>
                </a:solidFill>
                <a:latin typeface="Lato"/>
                <a:ea typeface="Lato"/>
                <a:cs typeface="Lato"/>
              </a:defRPr>
            </a:lvl7pPr>
            <a:lvl8pPr>
              <a:buNone/>
              <a:defRPr sz="3300" b="1">
                <a:solidFill>
                  <a:srgbClr val="142F3A"/>
                </a:solidFill>
                <a:latin typeface="Lato"/>
                <a:ea typeface="Lato"/>
                <a:cs typeface="Lato"/>
              </a:defRPr>
            </a:lvl8pPr>
            <a:lvl9pPr>
              <a:buNone/>
              <a:defRPr sz="3300" b="1">
                <a:solidFill>
                  <a:srgbClr val="142F3A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>
              <a:buNone/>
              <a:defRPr sz="3300" b="1">
                <a:solidFill>
                  <a:srgbClr val="142F3A"/>
                </a:solidFill>
                <a:latin typeface="Lato"/>
                <a:ea typeface="Lato"/>
                <a:cs typeface="Lato"/>
              </a:defRPr>
            </a:pPr>
            <a:r>
              <a:rPr sz="3300" b="1">
                <a:solidFill>
                  <a:srgbClr val="142F3A"/>
                </a:solidFill>
                <a:latin typeface="Lato"/>
                <a:ea typeface="Lato"/>
                <a:cs typeface="Lato"/>
              </a:rPr>
              <a:t>Protocolo sobre TCP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2246E14-DFC7-43A5-BFC4-C377F0782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24600"/>
            <a:ext cx="47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>
                <a:solidFill>
                  <a:srgbClr val="566C74"/>
                </a:solidFill>
                <a:latin typeface="Lato"/>
                <a:ea typeface="Lato"/>
                <a:cs typeface="Lato"/>
              </a:defRPr>
            </a:defPPr>
            <a:lvl1pPr>
              <a:buNone/>
              <a:defRPr sz="1275" b="0">
                <a:solidFill>
                  <a:srgbClr val="566C74"/>
                </a:solidFill>
                <a:latin typeface="Lato"/>
                <a:ea typeface="Lato"/>
                <a:cs typeface="Lato"/>
              </a:defRPr>
            </a:lvl1pPr>
            <a:lvl2pPr>
              <a:buNone/>
              <a:defRPr sz="1275" b="0">
                <a:solidFill>
                  <a:srgbClr val="566C74"/>
                </a:solidFill>
                <a:latin typeface="Lato"/>
                <a:ea typeface="Lato"/>
                <a:cs typeface="Lato"/>
              </a:defRPr>
            </a:lvl2pPr>
            <a:lvl3pPr>
              <a:buNone/>
              <a:defRPr sz="1275" b="0">
                <a:solidFill>
                  <a:srgbClr val="566C74"/>
                </a:solidFill>
                <a:latin typeface="Lato"/>
                <a:ea typeface="Lato"/>
                <a:cs typeface="Lato"/>
              </a:defRPr>
            </a:lvl3pPr>
            <a:lvl4pPr>
              <a:buNone/>
              <a:defRPr sz="1275" b="0">
                <a:solidFill>
                  <a:srgbClr val="566C74"/>
                </a:solidFill>
                <a:latin typeface="Lato"/>
                <a:ea typeface="Lato"/>
                <a:cs typeface="Lato"/>
              </a:defRPr>
            </a:lvl4pPr>
            <a:lvl5pPr>
              <a:buNone/>
              <a:defRPr sz="1275" b="0">
                <a:solidFill>
                  <a:srgbClr val="566C74"/>
                </a:solidFill>
                <a:latin typeface="Lato"/>
                <a:ea typeface="Lato"/>
                <a:cs typeface="Lato"/>
              </a:defRPr>
            </a:lvl5pPr>
            <a:lvl6pPr>
              <a:buNone/>
              <a:defRPr sz="1275" b="0">
                <a:solidFill>
                  <a:srgbClr val="566C74"/>
                </a:solidFill>
                <a:latin typeface="Lato"/>
                <a:ea typeface="Lato"/>
                <a:cs typeface="Lato"/>
              </a:defRPr>
            </a:lvl6pPr>
            <a:lvl7pPr>
              <a:buNone/>
              <a:defRPr sz="1275" b="0">
                <a:solidFill>
                  <a:srgbClr val="566C74"/>
                </a:solidFill>
                <a:latin typeface="Lato"/>
                <a:ea typeface="Lato"/>
                <a:cs typeface="Lato"/>
              </a:defRPr>
            </a:lvl7pPr>
            <a:lvl8pPr>
              <a:buNone/>
              <a:defRPr sz="1275" b="0">
                <a:solidFill>
                  <a:srgbClr val="566C74"/>
                </a:solidFill>
                <a:latin typeface="Lato"/>
                <a:ea typeface="Lato"/>
                <a:cs typeface="Lato"/>
              </a:defRPr>
            </a:lvl8pPr>
            <a:lvl9pPr>
              <a:buNone/>
              <a:defRPr sz="1275" b="0">
                <a:solidFill>
                  <a:srgbClr val="566C74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>
              <a:buNone/>
              <a:defRPr sz="1275" b="0">
                <a:solidFill>
                  <a:srgbClr val="566C74"/>
                </a:solidFill>
                <a:latin typeface="Lato"/>
                <a:ea typeface="Lato"/>
                <a:cs typeface="Lato"/>
              </a:defRPr>
            </a:pPr>
            <a:r>
              <a:rPr sz="1275" b="0">
                <a:solidFill>
                  <a:srgbClr val="566C74"/>
                </a:solidFill>
                <a:latin typeface="Lato"/>
                <a:ea typeface="Lato"/>
                <a:cs typeface="Lato"/>
              </a:rPr>
              <a:t>04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4AC773A-8CAD-4D2B-A3E1-76DBD9EEB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19250"/>
            <a:ext cx="10668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325" b="1">
                <a:solidFill>
                  <a:srgbClr val="087E83"/>
                </a:solidFill>
                <a:latin typeface="Lato"/>
                <a:ea typeface="Lato"/>
                <a:cs typeface="Lato"/>
              </a:defRPr>
            </a:defPPr>
            <a:lvl1pPr>
              <a:buNone/>
              <a:defRPr sz="2325" b="1">
                <a:solidFill>
                  <a:srgbClr val="087E83"/>
                </a:solidFill>
                <a:latin typeface="Lato"/>
                <a:ea typeface="Lato"/>
                <a:cs typeface="Lato"/>
              </a:defRPr>
            </a:lvl1pPr>
            <a:lvl2pPr>
              <a:buNone/>
              <a:defRPr sz="2325" b="1">
                <a:solidFill>
                  <a:srgbClr val="087E83"/>
                </a:solidFill>
                <a:latin typeface="Lato"/>
                <a:ea typeface="Lato"/>
                <a:cs typeface="Lato"/>
              </a:defRPr>
            </a:lvl2pPr>
            <a:lvl3pPr>
              <a:buNone/>
              <a:defRPr sz="2325" b="1">
                <a:solidFill>
                  <a:srgbClr val="087E83"/>
                </a:solidFill>
                <a:latin typeface="Lato"/>
                <a:ea typeface="Lato"/>
                <a:cs typeface="Lato"/>
              </a:defRPr>
            </a:lvl3pPr>
            <a:lvl4pPr>
              <a:buNone/>
              <a:defRPr sz="2325" b="1">
                <a:solidFill>
                  <a:srgbClr val="087E83"/>
                </a:solidFill>
                <a:latin typeface="Lato"/>
                <a:ea typeface="Lato"/>
                <a:cs typeface="Lato"/>
              </a:defRPr>
            </a:lvl4pPr>
            <a:lvl5pPr>
              <a:buNone/>
              <a:defRPr sz="2325" b="1">
                <a:solidFill>
                  <a:srgbClr val="087E83"/>
                </a:solidFill>
                <a:latin typeface="Lato"/>
                <a:ea typeface="Lato"/>
                <a:cs typeface="Lato"/>
              </a:defRPr>
            </a:lvl5pPr>
            <a:lvl6pPr>
              <a:buNone/>
              <a:defRPr sz="2325" b="1">
                <a:solidFill>
                  <a:srgbClr val="087E83"/>
                </a:solidFill>
                <a:latin typeface="Lato"/>
                <a:ea typeface="Lato"/>
                <a:cs typeface="Lato"/>
              </a:defRPr>
            </a:lvl6pPr>
            <a:lvl7pPr>
              <a:buNone/>
              <a:defRPr sz="2325" b="1">
                <a:solidFill>
                  <a:srgbClr val="087E83"/>
                </a:solidFill>
                <a:latin typeface="Lato"/>
                <a:ea typeface="Lato"/>
                <a:cs typeface="Lato"/>
              </a:defRPr>
            </a:lvl7pPr>
            <a:lvl8pPr>
              <a:buNone/>
              <a:defRPr sz="2325" b="1">
                <a:solidFill>
                  <a:srgbClr val="087E83"/>
                </a:solidFill>
                <a:latin typeface="Lato"/>
                <a:ea typeface="Lato"/>
                <a:cs typeface="Lato"/>
              </a:defRPr>
            </a:lvl8pPr>
            <a:lvl9pPr>
              <a:buNone/>
              <a:defRPr sz="2325" b="1">
                <a:solidFill>
                  <a:srgbClr val="087E83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>
              <a:buNone/>
              <a:defRPr sz="2325" b="1">
                <a:solidFill>
                  <a:srgbClr val="087E83"/>
                </a:solidFill>
                <a:latin typeface="Lato"/>
                <a:ea typeface="Lato"/>
                <a:cs typeface="Lato"/>
              </a:defRPr>
            </a:pPr>
            <a:r>
              <a:rPr sz="2325" b="1">
                <a:solidFill>
                  <a:srgbClr val="087E83"/>
                </a:solidFill>
                <a:latin typeface="Lato"/>
                <a:ea typeface="Lato"/>
                <a:cs typeface="Lato"/>
              </a:rPr>
              <a:t>4 bytes de comprimento + corpo da mensagem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8C0A898-8678-47CE-BE26-682F917E6776}"/>
              </a:ext>
            </a:extLst>
          </p:cNvPr>
          <p:cNvGraphicFramePr/>
          <p:nvPr/>
        </p:nvGraphicFramePr>
        <p:xfrm>
          <a:off xmlns:a="http://schemas.openxmlformats.org/drawingml/2006/main" x="685800" y="2381250"/>
          <a:ext xmlns:a="http://schemas.openxmlformats.org/drawingml/2006/main" cx="10820400" cy="3048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190750"/>
                <a:gridCol w="2762250"/>
                <a:gridCol w="5867400"/>
              </a:tblGrid>
              <a:tr h="609600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Lato"/>
                          <a:ea typeface="Lato"/>
                          <a:cs typeface="Lato"/>
                        </a:rPr>
                        <a:t>Mensagem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9E1DF"/>
                      </a:solidFill>
                      <a:prstDash val="solid"/>
                    </a:lnL>
                    <a:lnR w="9525">
                      <a:solidFill>
                        <a:srgbClr val="D9E1DF"/>
                      </a:solidFill>
                      <a:prstDash val="solid"/>
                    </a:lnR>
                    <a:lnT w="9525">
                      <a:solidFill>
                        <a:srgbClr val="D9E1DF"/>
                      </a:solidFill>
                      <a:prstDash val="solid"/>
                    </a:lnT>
                    <a:lnB w="9525">
                      <a:solidFill>
                        <a:srgbClr val="D9E1DF"/>
                      </a:solidFill>
                      <a:prstDash val="solid"/>
                    </a:lnB>
                    <a:solidFill>
                      <a:srgbClr val="101E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Lato"/>
                          <a:ea typeface="Lato"/>
                          <a:cs typeface="Lato"/>
                        </a:rPr>
                        <a:t>Conteúdo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DF"/>
                      </a:solidFill>
                      <a:prstDash val="solid"/>
                    </a:lnR>
                    <a:lnT w="9525">
                      <a:solidFill>
                        <a:srgbClr val="D9E1DF"/>
                      </a:solidFill>
                      <a:prstDash val="solid"/>
                    </a:lnT>
                    <a:lnB w="9525">
                      <a:solidFill>
                        <a:srgbClr val="D9E1DF"/>
                      </a:solidFill>
                      <a:prstDash val="solid"/>
                    </a:lnB>
                    <a:solidFill>
                      <a:srgbClr val="101E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Lato"/>
                          <a:ea typeface="Lato"/>
                          <a:cs typeface="Lato"/>
                        </a:rPr>
                        <a:t>Função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DF"/>
                      </a:solidFill>
                      <a:prstDash val="solid"/>
                    </a:lnR>
                    <a:lnT w="9525">
                      <a:solidFill>
                        <a:srgbClr val="D9E1DF"/>
                      </a:solidFill>
                      <a:prstDash val="solid"/>
                    </a:lnT>
                    <a:lnB w="9525">
                      <a:solidFill>
                        <a:srgbClr val="D9E1DF"/>
                      </a:solidFill>
                      <a:prstDash val="solid"/>
                    </a:lnB>
                    <a:solidFill>
                      <a:srgbClr val="101E2B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42F3A"/>
                          </a:solidFill>
                          <a:latin typeface="Lato"/>
                          <a:ea typeface="Lato"/>
                          <a:cs typeface="Lato"/>
                        </a:rPr>
                        <a:t>have / get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9E1DF"/>
                      </a:solidFill>
                      <a:prstDash val="solid"/>
                    </a:lnL>
                    <a:lnR w="9525">
                      <a:solidFill>
                        <a:srgbClr val="D9E1DF"/>
                      </a:solidFill>
                      <a:prstDash val="solid"/>
                    </a:lnR>
                    <a:lnB w="9525">
                      <a:solidFill>
                        <a:srgbClr val="D9E1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42F3A"/>
                          </a:solidFill>
                          <a:latin typeface="Lato"/>
                          <a:ea typeface="Lato"/>
                          <a:cs typeface="Lato"/>
                        </a:rPr>
                        <a:t>JSON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DF"/>
                      </a:solidFill>
                      <a:prstDash val="solid"/>
                    </a:lnR>
                    <a:lnB w="9525">
                      <a:solidFill>
                        <a:srgbClr val="D9E1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42F3A"/>
                          </a:solidFill>
                          <a:latin typeface="Lato"/>
                          <a:ea typeface="Lato"/>
                          <a:cs typeface="Lato"/>
                        </a:rPr>
                        <a:t>Consultar inventário ou solicitar bloco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DF"/>
                      </a:solidFill>
                      <a:prstDash val="solid"/>
                    </a:lnR>
                    <a:lnB w="9525">
                      <a:solidFill>
                        <a:srgbClr val="D9E1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42F3A"/>
                          </a:solidFill>
                          <a:latin typeface="Lato"/>
                          <a:ea typeface="Lato"/>
                          <a:cs typeface="Lato"/>
                        </a:rPr>
                        <a:t>J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9E1DF"/>
                      </a:solidFill>
                      <a:prstDash val="solid"/>
                    </a:lnL>
                    <a:lnR w="9525">
                      <a:solidFill>
                        <a:srgbClr val="D9E1DF"/>
                      </a:solidFill>
                      <a:prstDash val="solid"/>
                    </a:lnR>
                    <a:lnB w="9525">
                      <a:solidFill>
                        <a:srgbClr val="D9E1DF"/>
                      </a:solidFill>
                      <a:prstDash val="solid"/>
                    </a:lnB>
                    <a:solidFill>
                      <a:srgbClr val="E7EE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42F3A"/>
                          </a:solidFill>
                          <a:latin typeface="Lato"/>
                          <a:ea typeface="Lato"/>
                          <a:cs typeface="Lato"/>
                        </a:rPr>
                        <a:t>JSON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DF"/>
                      </a:solidFill>
                      <a:prstDash val="solid"/>
                    </a:lnR>
                    <a:lnB w="9525">
                      <a:solidFill>
                        <a:srgbClr val="D9E1DF"/>
                      </a:solidFill>
                      <a:prstDash val="solid"/>
                    </a:lnB>
                    <a:solidFill>
                      <a:srgbClr val="E7EE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42F3A"/>
                          </a:solidFill>
                          <a:latin typeface="Lato"/>
                          <a:ea typeface="Lato"/>
                          <a:cs typeface="Lato"/>
                        </a:rPr>
                        <a:t>Responder com índices disponíveis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DF"/>
                      </a:solidFill>
                      <a:prstDash val="solid"/>
                    </a:lnR>
                    <a:lnB w="9525">
                      <a:solidFill>
                        <a:srgbClr val="D9E1DF"/>
                      </a:solidFill>
                      <a:prstDash val="solid"/>
                    </a:lnB>
                    <a:solidFill>
                      <a:srgbClr val="E7EEEB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42F3A"/>
                          </a:solidFill>
                          <a:latin typeface="Lato"/>
                          <a:ea typeface="Lato"/>
                          <a:cs typeface="Lato"/>
                        </a:rPr>
                        <a:t>B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9E1DF"/>
                      </a:solidFill>
                      <a:prstDash val="solid"/>
                    </a:lnL>
                    <a:lnR w="9525">
                      <a:solidFill>
                        <a:srgbClr val="D9E1DF"/>
                      </a:solidFill>
                      <a:prstDash val="solid"/>
                    </a:lnR>
                    <a:lnB w="9525">
                      <a:solidFill>
                        <a:srgbClr val="D9E1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42F3A"/>
                          </a:solidFill>
                          <a:latin typeface="Lato"/>
                          <a:ea typeface="Lato"/>
                          <a:cs typeface="Lato"/>
                        </a:rPr>
                        <a:t>Bytes do arquivo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DF"/>
                      </a:solidFill>
                      <a:prstDash val="solid"/>
                    </a:lnR>
                    <a:lnB w="9525">
                      <a:solidFill>
                        <a:srgbClr val="D9E1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42F3A"/>
                          </a:solidFill>
                          <a:latin typeface="Lato"/>
                          <a:ea typeface="Lato"/>
                          <a:cs typeface="Lato"/>
                        </a:rPr>
                        <a:t>Entregar um bloco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DF"/>
                      </a:solidFill>
                      <a:prstDash val="solid"/>
                    </a:lnR>
                    <a:lnB w="9525">
                      <a:solidFill>
                        <a:srgbClr val="D9E1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42F3A"/>
                          </a:solidFill>
                          <a:latin typeface="Lato"/>
                          <a:ea typeface="Lato"/>
                          <a:cs typeface="Lato"/>
                        </a:rPr>
                        <a:t>E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9E1DF"/>
                      </a:solidFill>
                      <a:prstDash val="solid"/>
                    </a:lnL>
                    <a:lnR w="9525">
                      <a:solidFill>
                        <a:srgbClr val="D9E1DF"/>
                      </a:solidFill>
                      <a:prstDash val="solid"/>
                    </a:lnR>
                    <a:lnB w="9525">
                      <a:solidFill>
                        <a:srgbClr val="D9E1DF"/>
                      </a:solidFill>
                      <a:prstDash val="solid"/>
                    </a:lnB>
                    <a:solidFill>
                      <a:srgbClr val="E7EE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42F3A"/>
                          </a:solidFill>
                          <a:latin typeface="Lato"/>
                          <a:ea typeface="Lato"/>
                          <a:cs typeface="Lato"/>
                        </a:rPr>
                        <a:t>Texto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DF"/>
                      </a:solidFill>
                      <a:prstDash val="solid"/>
                    </a:lnR>
                    <a:lnB w="9525">
                      <a:solidFill>
                        <a:srgbClr val="D9E1DF"/>
                      </a:solidFill>
                      <a:prstDash val="solid"/>
                    </a:lnB>
                    <a:solidFill>
                      <a:srgbClr val="E7EE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42F3A"/>
                          </a:solidFill>
                          <a:latin typeface="Lato"/>
                          <a:ea typeface="Lato"/>
                          <a:cs typeface="Lato"/>
                        </a:rPr>
                        <a:t>Informar erro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DF"/>
                      </a:solidFill>
                      <a:prstDash val="solid"/>
                    </a:lnR>
                    <a:lnB w="9525">
                      <a:solidFill>
                        <a:srgbClr val="D9E1DF"/>
                      </a:solidFill>
                      <a:prstDash val="solid"/>
                    </a:lnB>
                    <a:solidFill>
                      <a:srgbClr val="E7EEEB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3436946-9FBD-42FB-B7D7-66061E27A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81675"/>
            <a:ext cx="1047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0">
                <a:solidFill>
                  <a:srgbClr val="566C74"/>
                </a:solidFill>
                <a:latin typeface="Lato"/>
                <a:ea typeface="Lato"/>
                <a:cs typeface="Lato"/>
              </a:defRPr>
            </a:defPPr>
            <a:lvl1pPr>
              <a:buNone/>
              <a:defRPr sz="1950" b="0">
                <a:solidFill>
                  <a:srgbClr val="566C74"/>
                </a:solidFill>
                <a:latin typeface="Lato"/>
                <a:ea typeface="Lato"/>
                <a:cs typeface="Lato"/>
              </a:defRPr>
            </a:lvl1pPr>
            <a:lvl2pPr>
              <a:buNone/>
              <a:defRPr sz="1950" b="0">
                <a:solidFill>
                  <a:srgbClr val="566C74"/>
                </a:solidFill>
                <a:latin typeface="Lato"/>
                <a:ea typeface="Lato"/>
                <a:cs typeface="Lato"/>
              </a:defRPr>
            </a:lvl2pPr>
            <a:lvl3pPr>
              <a:buNone/>
              <a:defRPr sz="1950" b="0">
                <a:solidFill>
                  <a:srgbClr val="566C74"/>
                </a:solidFill>
                <a:latin typeface="Lato"/>
                <a:ea typeface="Lato"/>
                <a:cs typeface="Lato"/>
              </a:defRPr>
            </a:lvl3pPr>
            <a:lvl4pPr>
              <a:buNone/>
              <a:defRPr sz="1950" b="0">
                <a:solidFill>
                  <a:srgbClr val="566C74"/>
                </a:solidFill>
                <a:latin typeface="Lato"/>
                <a:ea typeface="Lato"/>
                <a:cs typeface="Lato"/>
              </a:defRPr>
            </a:lvl4pPr>
            <a:lvl5pPr>
              <a:buNone/>
              <a:defRPr sz="1950" b="0">
                <a:solidFill>
                  <a:srgbClr val="566C74"/>
                </a:solidFill>
                <a:latin typeface="Lato"/>
                <a:ea typeface="Lato"/>
                <a:cs typeface="Lato"/>
              </a:defRPr>
            </a:lvl5pPr>
            <a:lvl6pPr>
              <a:buNone/>
              <a:defRPr sz="1950" b="0">
                <a:solidFill>
                  <a:srgbClr val="566C74"/>
                </a:solidFill>
                <a:latin typeface="Lato"/>
                <a:ea typeface="Lato"/>
                <a:cs typeface="Lato"/>
              </a:defRPr>
            </a:lvl6pPr>
            <a:lvl7pPr>
              <a:buNone/>
              <a:defRPr sz="1950" b="0">
                <a:solidFill>
                  <a:srgbClr val="566C74"/>
                </a:solidFill>
                <a:latin typeface="Lato"/>
                <a:ea typeface="Lato"/>
                <a:cs typeface="Lato"/>
              </a:defRPr>
            </a:lvl7pPr>
            <a:lvl8pPr>
              <a:buNone/>
              <a:defRPr sz="1950" b="0">
                <a:solidFill>
                  <a:srgbClr val="566C74"/>
                </a:solidFill>
                <a:latin typeface="Lato"/>
                <a:ea typeface="Lato"/>
                <a:cs typeface="Lato"/>
              </a:defRPr>
            </a:lvl8pPr>
            <a:lvl9pPr>
              <a:buNone/>
              <a:defRPr sz="1950" b="0">
                <a:solidFill>
                  <a:srgbClr val="566C74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>
              <a:buNone/>
              <a:defRPr sz="1950" b="0">
                <a:solidFill>
                  <a:srgbClr val="566C74"/>
                </a:solidFill>
                <a:latin typeface="Lato"/>
                <a:ea typeface="Lato"/>
                <a:cs typeface="Lato"/>
              </a:defRPr>
            </a:pPr>
            <a:r>
              <a:rPr sz="1950" b="0">
                <a:solidFill>
                  <a:srgbClr val="566C74"/>
                </a:solidFill>
                <a:latin typeface="Lato"/>
                <a:ea typeface="Lato"/>
                <a:cs typeface="Lato"/>
              </a:rPr>
              <a:t>Blocos em formato binário, sem expansão de base64.</a:t>
            </a:r>
          </a:p>
        </p:txBody>
      </p:sp>
    </p:spTree>
    <p:extLst>
      <p:ext uri="{BB962C8B-B14F-4D97-AF65-F5344CB8AC3E}">
        <p14:creationId xmlns:p14="http://schemas.microsoft.com/office/powerpoint/2010/main" val="138131656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101E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3F657E8-A4FF-429A-864F-5E6F4C7E0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4350"/>
            <a:ext cx="10858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FFFFFF"/>
                </a:solidFill>
                <a:latin typeface="Lato"/>
                <a:ea typeface="Lato"/>
                <a:cs typeface="Lato"/>
              </a:defRPr>
            </a:defPPr>
            <a:lvl1pPr>
              <a:buNone/>
              <a:defRPr sz="3300" b="1">
                <a:solidFill>
                  <a:srgbClr val="FFFFFF"/>
                </a:solidFill>
                <a:latin typeface="Lato"/>
                <a:ea typeface="Lato"/>
                <a:cs typeface="Lato"/>
              </a:defRPr>
            </a:lvl1pPr>
            <a:lvl2pPr>
              <a:buNone/>
              <a:defRPr sz="3300" b="1">
                <a:solidFill>
                  <a:srgbClr val="FFFFFF"/>
                </a:solidFill>
                <a:latin typeface="Lato"/>
                <a:ea typeface="Lato"/>
                <a:cs typeface="Lato"/>
              </a:defRPr>
            </a:lvl2pPr>
            <a:lvl3pPr>
              <a:buNone/>
              <a:defRPr sz="3300" b="1">
                <a:solidFill>
                  <a:srgbClr val="FFFFFF"/>
                </a:solidFill>
                <a:latin typeface="Lato"/>
                <a:ea typeface="Lato"/>
                <a:cs typeface="Lato"/>
              </a:defRPr>
            </a:lvl3pPr>
            <a:lvl4pPr>
              <a:buNone/>
              <a:defRPr sz="3300" b="1">
                <a:solidFill>
                  <a:srgbClr val="FFFFFF"/>
                </a:solidFill>
                <a:latin typeface="Lato"/>
                <a:ea typeface="Lato"/>
                <a:cs typeface="Lato"/>
              </a:defRPr>
            </a:lvl4pPr>
            <a:lvl5pPr>
              <a:buNone/>
              <a:defRPr sz="3300" b="1">
                <a:solidFill>
                  <a:srgbClr val="FFFFFF"/>
                </a:solidFill>
                <a:latin typeface="Lato"/>
                <a:ea typeface="Lato"/>
                <a:cs typeface="Lato"/>
              </a:defRPr>
            </a:lvl5pPr>
            <a:lvl6pPr>
              <a:buNone/>
              <a:defRPr sz="3300" b="1">
                <a:solidFill>
                  <a:srgbClr val="FFFFFF"/>
                </a:solidFill>
                <a:latin typeface="Lato"/>
                <a:ea typeface="Lato"/>
                <a:cs typeface="Lato"/>
              </a:defRPr>
            </a:lvl6pPr>
            <a:lvl7pPr>
              <a:buNone/>
              <a:defRPr sz="3300" b="1">
                <a:solidFill>
                  <a:srgbClr val="FFFFFF"/>
                </a:solidFill>
                <a:latin typeface="Lato"/>
                <a:ea typeface="Lato"/>
                <a:cs typeface="Lato"/>
              </a:defRPr>
            </a:lvl7pPr>
            <a:lvl8pPr>
              <a:buNone/>
              <a:defRPr sz="3300" b="1">
                <a:solidFill>
                  <a:srgbClr val="FFFFFF"/>
                </a:solidFill>
                <a:latin typeface="Lato"/>
                <a:ea typeface="Lato"/>
                <a:cs typeface="Lato"/>
              </a:defRPr>
            </a:lvl8pPr>
            <a:lvl9pPr>
              <a:buNone/>
              <a:defRPr sz="3300" b="1">
                <a:solidFill>
                  <a:srgbClr val="FFFFFF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>
              <a:buNone/>
              <a:defRPr sz="3300" b="1">
                <a:solidFill>
                  <a:srgbClr val="FFFFFF"/>
                </a:solidFill>
                <a:latin typeface="Lato"/>
                <a:ea typeface="Lato"/>
                <a:cs typeface="Lato"/>
              </a:defRPr>
            </a:pPr>
            <a:r>
              <a:rPr sz="3300" b="1">
                <a:solidFill>
                  <a:srgbClr val="FFFFFF"/>
                </a:solidFill>
                <a:latin typeface="Lato"/>
                <a:ea typeface="Lato"/>
                <a:cs typeface="Lato"/>
              </a:rPr>
              <a:t>Matriz em malha: cinco repetições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96FF733-9A94-4886-BFF8-827A6E15D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24600"/>
            <a:ext cx="47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>
                <a:solidFill>
                  <a:srgbClr val="64DFCD"/>
                </a:solidFill>
                <a:latin typeface="Lato"/>
                <a:ea typeface="Lato"/>
                <a:cs typeface="Lato"/>
              </a:defRPr>
            </a:defPPr>
            <a:lvl1pPr>
              <a:buNone/>
              <a:defRPr sz="1275" b="0">
                <a:solidFill>
                  <a:srgbClr val="64DFCD"/>
                </a:solidFill>
                <a:latin typeface="Lato"/>
                <a:ea typeface="Lato"/>
                <a:cs typeface="Lato"/>
              </a:defRPr>
            </a:lvl1pPr>
            <a:lvl2pPr>
              <a:buNone/>
              <a:defRPr sz="1275" b="0">
                <a:solidFill>
                  <a:srgbClr val="64DFCD"/>
                </a:solidFill>
                <a:latin typeface="Lato"/>
                <a:ea typeface="Lato"/>
                <a:cs typeface="Lato"/>
              </a:defRPr>
            </a:lvl2pPr>
            <a:lvl3pPr>
              <a:buNone/>
              <a:defRPr sz="1275" b="0">
                <a:solidFill>
                  <a:srgbClr val="64DFCD"/>
                </a:solidFill>
                <a:latin typeface="Lato"/>
                <a:ea typeface="Lato"/>
                <a:cs typeface="Lato"/>
              </a:defRPr>
            </a:lvl3pPr>
            <a:lvl4pPr>
              <a:buNone/>
              <a:defRPr sz="1275" b="0">
                <a:solidFill>
                  <a:srgbClr val="64DFCD"/>
                </a:solidFill>
                <a:latin typeface="Lato"/>
                <a:ea typeface="Lato"/>
                <a:cs typeface="Lato"/>
              </a:defRPr>
            </a:lvl4pPr>
            <a:lvl5pPr>
              <a:buNone/>
              <a:defRPr sz="1275" b="0">
                <a:solidFill>
                  <a:srgbClr val="64DFCD"/>
                </a:solidFill>
                <a:latin typeface="Lato"/>
                <a:ea typeface="Lato"/>
                <a:cs typeface="Lato"/>
              </a:defRPr>
            </a:lvl5pPr>
            <a:lvl6pPr>
              <a:buNone/>
              <a:defRPr sz="1275" b="0">
                <a:solidFill>
                  <a:srgbClr val="64DFCD"/>
                </a:solidFill>
                <a:latin typeface="Lato"/>
                <a:ea typeface="Lato"/>
                <a:cs typeface="Lato"/>
              </a:defRPr>
            </a:lvl6pPr>
            <a:lvl7pPr>
              <a:buNone/>
              <a:defRPr sz="1275" b="0">
                <a:solidFill>
                  <a:srgbClr val="64DFCD"/>
                </a:solidFill>
                <a:latin typeface="Lato"/>
                <a:ea typeface="Lato"/>
                <a:cs typeface="Lato"/>
              </a:defRPr>
            </a:lvl7pPr>
            <a:lvl8pPr>
              <a:buNone/>
              <a:defRPr sz="1275" b="0">
                <a:solidFill>
                  <a:srgbClr val="64DFCD"/>
                </a:solidFill>
                <a:latin typeface="Lato"/>
                <a:ea typeface="Lato"/>
                <a:cs typeface="Lato"/>
              </a:defRPr>
            </a:lvl8pPr>
            <a:lvl9pPr>
              <a:buNone/>
              <a:defRPr sz="1275" b="0">
                <a:solidFill>
                  <a:srgbClr val="64DFCD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>
              <a:buNone/>
              <a:defRPr sz="1275" b="0">
                <a:solidFill>
                  <a:srgbClr val="64DFCD"/>
                </a:solidFill>
                <a:latin typeface="Lato"/>
                <a:ea typeface="Lato"/>
                <a:cs typeface="Lato"/>
              </a:defRPr>
            </a:pPr>
            <a:r>
              <a:rPr sz="1275" b="0">
                <a:solidFill>
                  <a:srgbClr val="64DFCD"/>
                </a:solidFill>
                <a:latin typeface="Lato"/>
                <a:ea typeface="Lato"/>
                <a:cs typeface="Lato"/>
              </a:rPr>
              <a:t>05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FB72782-E2B2-4252-89F8-B42E47362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47825"/>
            <a:ext cx="31432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400" b="1">
                <a:solidFill>
                  <a:srgbClr val="64DFCD"/>
                </a:solidFill>
                <a:latin typeface="Lato"/>
                <a:ea typeface="Lato"/>
                <a:cs typeface="Lato"/>
              </a:defRPr>
            </a:defPPr>
            <a:lvl1pPr>
              <a:buNone/>
              <a:defRPr sz="11400" b="1">
                <a:solidFill>
                  <a:srgbClr val="64DFCD"/>
                </a:solidFill>
                <a:latin typeface="Lato"/>
                <a:ea typeface="Lato"/>
                <a:cs typeface="Lato"/>
              </a:defRPr>
            </a:lvl1pPr>
            <a:lvl2pPr>
              <a:buNone/>
              <a:defRPr sz="11400" b="1">
                <a:solidFill>
                  <a:srgbClr val="64DFCD"/>
                </a:solidFill>
                <a:latin typeface="Lato"/>
                <a:ea typeface="Lato"/>
                <a:cs typeface="Lato"/>
              </a:defRPr>
            </a:lvl2pPr>
            <a:lvl3pPr>
              <a:buNone/>
              <a:defRPr sz="11400" b="1">
                <a:solidFill>
                  <a:srgbClr val="64DFCD"/>
                </a:solidFill>
                <a:latin typeface="Lato"/>
                <a:ea typeface="Lato"/>
                <a:cs typeface="Lato"/>
              </a:defRPr>
            </a:lvl3pPr>
            <a:lvl4pPr>
              <a:buNone/>
              <a:defRPr sz="11400" b="1">
                <a:solidFill>
                  <a:srgbClr val="64DFCD"/>
                </a:solidFill>
                <a:latin typeface="Lato"/>
                <a:ea typeface="Lato"/>
                <a:cs typeface="Lato"/>
              </a:defRPr>
            </a:lvl4pPr>
            <a:lvl5pPr>
              <a:buNone/>
              <a:defRPr sz="11400" b="1">
                <a:solidFill>
                  <a:srgbClr val="64DFCD"/>
                </a:solidFill>
                <a:latin typeface="Lato"/>
                <a:ea typeface="Lato"/>
                <a:cs typeface="Lato"/>
              </a:defRPr>
            </a:lvl5pPr>
            <a:lvl6pPr>
              <a:buNone/>
              <a:defRPr sz="11400" b="1">
                <a:solidFill>
                  <a:srgbClr val="64DFCD"/>
                </a:solidFill>
                <a:latin typeface="Lato"/>
                <a:ea typeface="Lato"/>
                <a:cs typeface="Lato"/>
              </a:defRPr>
            </a:lvl6pPr>
            <a:lvl7pPr>
              <a:buNone/>
              <a:defRPr sz="11400" b="1">
                <a:solidFill>
                  <a:srgbClr val="64DFCD"/>
                </a:solidFill>
                <a:latin typeface="Lato"/>
                <a:ea typeface="Lato"/>
                <a:cs typeface="Lato"/>
              </a:defRPr>
            </a:lvl7pPr>
            <a:lvl8pPr>
              <a:buNone/>
              <a:defRPr sz="11400" b="1">
                <a:solidFill>
                  <a:srgbClr val="64DFCD"/>
                </a:solidFill>
                <a:latin typeface="Lato"/>
                <a:ea typeface="Lato"/>
                <a:cs typeface="Lato"/>
              </a:defRPr>
            </a:lvl8pPr>
            <a:lvl9pPr>
              <a:buNone/>
              <a:defRPr sz="11400" b="1">
                <a:solidFill>
                  <a:srgbClr val="64DFCD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>
              <a:buNone/>
              <a:defRPr sz="11400" b="1">
                <a:solidFill>
                  <a:srgbClr val="64DFCD"/>
                </a:solidFill>
                <a:latin typeface="Lato"/>
                <a:ea typeface="Lato"/>
                <a:cs typeface="Lato"/>
              </a:defRPr>
            </a:pPr>
            <a:r>
              <a:rPr sz="11400" b="1">
                <a:solidFill>
                  <a:srgbClr val="64DFCD"/>
                </a:solidFill>
                <a:latin typeface="Lato"/>
                <a:ea typeface="Lato"/>
                <a:cs typeface="Lato"/>
              </a:rPr>
              <a:t>120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35E4D0A-7CD9-4550-868C-EF06F060A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676650"/>
            <a:ext cx="3810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000" b="1">
                <a:solidFill>
                  <a:srgbClr val="FFFFFF"/>
                </a:solidFill>
                <a:latin typeface="Lato"/>
                <a:ea typeface="Lato"/>
                <a:cs typeface="Lato"/>
              </a:defRPr>
            </a:defPPr>
            <a:lvl1pPr>
              <a:buNone/>
              <a:defRPr sz="3000" b="1">
                <a:solidFill>
                  <a:srgbClr val="FFFFFF"/>
                </a:solidFill>
                <a:latin typeface="Lato"/>
                <a:ea typeface="Lato"/>
                <a:cs typeface="Lato"/>
              </a:defRPr>
            </a:lvl1pPr>
            <a:lvl2pPr>
              <a:buNone/>
              <a:defRPr sz="3000" b="1">
                <a:solidFill>
                  <a:srgbClr val="FFFFFF"/>
                </a:solidFill>
                <a:latin typeface="Lato"/>
                <a:ea typeface="Lato"/>
                <a:cs typeface="Lato"/>
              </a:defRPr>
            </a:lvl2pPr>
            <a:lvl3pPr>
              <a:buNone/>
              <a:defRPr sz="3000" b="1">
                <a:solidFill>
                  <a:srgbClr val="FFFFFF"/>
                </a:solidFill>
                <a:latin typeface="Lato"/>
                <a:ea typeface="Lato"/>
                <a:cs typeface="Lato"/>
              </a:defRPr>
            </a:lvl3pPr>
            <a:lvl4pPr>
              <a:buNone/>
              <a:defRPr sz="3000" b="1">
                <a:solidFill>
                  <a:srgbClr val="FFFFFF"/>
                </a:solidFill>
                <a:latin typeface="Lato"/>
                <a:ea typeface="Lato"/>
                <a:cs typeface="Lato"/>
              </a:defRPr>
            </a:lvl4pPr>
            <a:lvl5pPr>
              <a:buNone/>
              <a:defRPr sz="3000" b="1">
                <a:solidFill>
                  <a:srgbClr val="FFFFFF"/>
                </a:solidFill>
                <a:latin typeface="Lato"/>
                <a:ea typeface="Lato"/>
                <a:cs typeface="Lato"/>
              </a:defRPr>
            </a:lvl5pPr>
            <a:lvl6pPr>
              <a:buNone/>
              <a:defRPr sz="3000" b="1">
                <a:solidFill>
                  <a:srgbClr val="FFFFFF"/>
                </a:solidFill>
                <a:latin typeface="Lato"/>
                <a:ea typeface="Lato"/>
                <a:cs typeface="Lato"/>
              </a:defRPr>
            </a:lvl6pPr>
            <a:lvl7pPr>
              <a:buNone/>
              <a:defRPr sz="3000" b="1">
                <a:solidFill>
                  <a:srgbClr val="FFFFFF"/>
                </a:solidFill>
                <a:latin typeface="Lato"/>
                <a:ea typeface="Lato"/>
                <a:cs typeface="Lato"/>
              </a:defRPr>
            </a:lvl7pPr>
            <a:lvl8pPr>
              <a:buNone/>
              <a:defRPr sz="3000" b="1">
                <a:solidFill>
                  <a:srgbClr val="FFFFFF"/>
                </a:solidFill>
                <a:latin typeface="Lato"/>
                <a:ea typeface="Lato"/>
                <a:cs typeface="Lato"/>
              </a:defRPr>
            </a:lvl8pPr>
            <a:lvl9pPr>
              <a:buNone/>
              <a:defRPr sz="3000" b="1">
                <a:solidFill>
                  <a:srgbClr val="FFFFFF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>
              <a:buNone/>
              <a:defRPr sz="3000" b="1">
                <a:solidFill>
                  <a:srgbClr val="FFFFFF"/>
                </a:solidFill>
                <a:latin typeface="Lato"/>
                <a:ea typeface="Lato"/>
                <a:cs typeface="Lato"/>
              </a:defRPr>
            </a:pPr>
            <a:r>
              <a:rPr sz="3000" b="1">
                <a:solidFill>
                  <a:srgbClr val="FFFFFF"/>
                </a:solidFill>
                <a:latin typeface="Lato"/>
                <a:ea typeface="Lato"/>
                <a:cs typeface="Lato"/>
              </a:rPr>
              <a:t>execuções</a:t>
            </a:r>
          </a:p>
          <a:p xmlns:a="http://schemas.openxmlformats.org/drawingml/2006/main">
            <a:pPr>
              <a:buNone/>
              <a:defRPr sz="3000" b="1">
                <a:solidFill>
                  <a:srgbClr val="FFFFFF"/>
                </a:solidFill>
                <a:latin typeface="Lato"/>
                <a:ea typeface="Lato"/>
                <a:cs typeface="Lato"/>
              </a:defRPr>
            </a:pPr>
            <a:r>
              <a:rPr sz="3000" b="1">
                <a:solidFill>
                  <a:srgbClr val="FFFFFF"/>
                </a:solidFill>
                <a:latin typeface="Lato"/>
                <a:ea typeface="Lato"/>
                <a:cs typeface="Lato"/>
              </a:rPr>
              <a:t>aprovadas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10EC173-496A-4274-89FF-C2BEAD445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1809750"/>
            <a:ext cx="5810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775" b="1">
                <a:solidFill>
                  <a:srgbClr val="FFFFFF"/>
                </a:solidFill>
                <a:latin typeface="Lato"/>
                <a:ea typeface="Lato"/>
                <a:cs typeface="Lato"/>
              </a:defRPr>
            </a:defPPr>
            <a:lvl1pPr>
              <a:buNone/>
              <a:defRPr sz="2775" b="1">
                <a:solidFill>
                  <a:srgbClr val="FFFFFF"/>
                </a:solidFill>
                <a:latin typeface="Lato"/>
                <a:ea typeface="Lato"/>
                <a:cs typeface="Lato"/>
              </a:defRPr>
            </a:lvl1pPr>
            <a:lvl2pPr>
              <a:buNone/>
              <a:defRPr sz="2775" b="1">
                <a:solidFill>
                  <a:srgbClr val="FFFFFF"/>
                </a:solidFill>
                <a:latin typeface="Lato"/>
                <a:ea typeface="Lato"/>
                <a:cs typeface="Lato"/>
              </a:defRPr>
            </a:lvl2pPr>
            <a:lvl3pPr>
              <a:buNone/>
              <a:defRPr sz="2775" b="1">
                <a:solidFill>
                  <a:srgbClr val="FFFFFF"/>
                </a:solidFill>
                <a:latin typeface="Lato"/>
                <a:ea typeface="Lato"/>
                <a:cs typeface="Lato"/>
              </a:defRPr>
            </a:lvl3pPr>
            <a:lvl4pPr>
              <a:buNone/>
              <a:defRPr sz="2775" b="1">
                <a:solidFill>
                  <a:srgbClr val="FFFFFF"/>
                </a:solidFill>
                <a:latin typeface="Lato"/>
                <a:ea typeface="Lato"/>
                <a:cs typeface="Lato"/>
              </a:defRPr>
            </a:lvl4pPr>
            <a:lvl5pPr>
              <a:buNone/>
              <a:defRPr sz="2775" b="1">
                <a:solidFill>
                  <a:srgbClr val="FFFFFF"/>
                </a:solidFill>
                <a:latin typeface="Lato"/>
                <a:ea typeface="Lato"/>
                <a:cs typeface="Lato"/>
              </a:defRPr>
            </a:lvl5pPr>
            <a:lvl6pPr>
              <a:buNone/>
              <a:defRPr sz="2775" b="1">
                <a:solidFill>
                  <a:srgbClr val="FFFFFF"/>
                </a:solidFill>
                <a:latin typeface="Lato"/>
                <a:ea typeface="Lato"/>
                <a:cs typeface="Lato"/>
              </a:defRPr>
            </a:lvl6pPr>
            <a:lvl7pPr>
              <a:buNone/>
              <a:defRPr sz="2775" b="1">
                <a:solidFill>
                  <a:srgbClr val="FFFFFF"/>
                </a:solidFill>
                <a:latin typeface="Lato"/>
                <a:ea typeface="Lato"/>
                <a:cs typeface="Lato"/>
              </a:defRPr>
            </a:lvl7pPr>
            <a:lvl8pPr>
              <a:buNone/>
              <a:defRPr sz="2775" b="1">
                <a:solidFill>
                  <a:srgbClr val="FFFFFF"/>
                </a:solidFill>
                <a:latin typeface="Lato"/>
                <a:ea typeface="Lato"/>
                <a:cs typeface="Lato"/>
              </a:defRPr>
            </a:lvl8pPr>
            <a:lvl9pPr>
              <a:buNone/>
              <a:defRPr sz="2775" b="1">
                <a:solidFill>
                  <a:srgbClr val="FFFFFF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>
              <a:buNone/>
              <a:defRPr sz="2775" b="1">
                <a:solidFill>
                  <a:srgbClr val="FFFFFF"/>
                </a:solidFill>
                <a:latin typeface="Lato"/>
                <a:ea typeface="Lato"/>
                <a:cs typeface="Lato"/>
              </a:defRPr>
            </a:pPr>
            <a:r>
              <a:rPr sz="2775" b="1">
                <a:solidFill>
                  <a:srgbClr val="FFFFFF"/>
                </a:solidFill>
                <a:latin typeface="Lato"/>
                <a:ea typeface="Lato"/>
                <a:cs typeface="Lato"/>
              </a:rPr>
              <a:t>2/4 peers · 5 repetições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C566841-47A1-4E37-8CC8-EB6AC37F7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714625"/>
            <a:ext cx="5810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325" b="0">
                <a:solidFill>
                  <a:srgbClr val="FFFFFF"/>
                </a:solidFill>
                <a:latin typeface="Lato"/>
                <a:ea typeface="Lato"/>
                <a:cs typeface="Lato"/>
              </a:defRPr>
            </a:defPPr>
            <a:lvl1pPr>
              <a:buNone/>
              <a:defRPr sz="2325" b="0">
                <a:solidFill>
                  <a:srgbClr val="FFFFFF"/>
                </a:solidFill>
                <a:latin typeface="Lato"/>
                <a:ea typeface="Lato"/>
                <a:cs typeface="Lato"/>
              </a:defRPr>
            </a:lvl1pPr>
            <a:lvl2pPr>
              <a:buNone/>
              <a:defRPr sz="2325" b="0">
                <a:solidFill>
                  <a:srgbClr val="FFFFFF"/>
                </a:solidFill>
                <a:latin typeface="Lato"/>
                <a:ea typeface="Lato"/>
                <a:cs typeface="Lato"/>
              </a:defRPr>
            </a:lvl2pPr>
            <a:lvl3pPr>
              <a:buNone/>
              <a:defRPr sz="2325" b="0">
                <a:solidFill>
                  <a:srgbClr val="FFFFFF"/>
                </a:solidFill>
                <a:latin typeface="Lato"/>
                <a:ea typeface="Lato"/>
                <a:cs typeface="Lato"/>
              </a:defRPr>
            </a:lvl3pPr>
            <a:lvl4pPr>
              <a:buNone/>
              <a:defRPr sz="2325" b="0">
                <a:solidFill>
                  <a:srgbClr val="FFFFFF"/>
                </a:solidFill>
                <a:latin typeface="Lato"/>
                <a:ea typeface="Lato"/>
                <a:cs typeface="Lato"/>
              </a:defRPr>
            </a:lvl4pPr>
            <a:lvl5pPr>
              <a:buNone/>
              <a:defRPr sz="2325" b="0">
                <a:solidFill>
                  <a:srgbClr val="FFFFFF"/>
                </a:solidFill>
                <a:latin typeface="Lato"/>
                <a:ea typeface="Lato"/>
                <a:cs typeface="Lato"/>
              </a:defRPr>
            </a:lvl5pPr>
            <a:lvl6pPr>
              <a:buNone/>
              <a:defRPr sz="2325" b="0">
                <a:solidFill>
                  <a:srgbClr val="FFFFFF"/>
                </a:solidFill>
                <a:latin typeface="Lato"/>
                <a:ea typeface="Lato"/>
                <a:cs typeface="Lato"/>
              </a:defRPr>
            </a:lvl6pPr>
            <a:lvl7pPr>
              <a:buNone/>
              <a:defRPr sz="2325" b="0">
                <a:solidFill>
                  <a:srgbClr val="FFFFFF"/>
                </a:solidFill>
                <a:latin typeface="Lato"/>
                <a:ea typeface="Lato"/>
                <a:cs typeface="Lato"/>
              </a:defRPr>
            </a:lvl7pPr>
            <a:lvl8pPr>
              <a:buNone/>
              <a:defRPr sz="2325" b="0">
                <a:solidFill>
                  <a:srgbClr val="FFFFFF"/>
                </a:solidFill>
                <a:latin typeface="Lato"/>
                <a:ea typeface="Lato"/>
                <a:cs typeface="Lato"/>
              </a:defRPr>
            </a:lvl8pPr>
            <a:lvl9pPr>
              <a:buNone/>
              <a:defRPr sz="2325" b="0">
                <a:solidFill>
                  <a:srgbClr val="FFFFFF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>
              <a:buNone/>
              <a:defRPr sz="2325" b="0">
                <a:solidFill>
                  <a:srgbClr val="FFFFFF"/>
                </a:solidFill>
                <a:latin typeface="Lato"/>
                <a:ea typeface="Lato"/>
                <a:cs typeface="Lato"/>
              </a:defRPr>
            </a:pPr>
            <a:r>
              <a:rPr sz="2325" b="0">
                <a:solidFill>
                  <a:srgbClr val="FFFFFF"/>
                </a:solidFill>
                <a:latin typeface="Lato"/>
                <a:ea typeface="Lato"/>
                <a:cs typeface="Lato"/>
              </a:rPr>
              <a:t>Blocos de 1.024 e 4.096 bytes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870A6CA-338C-4362-BFE9-78DC609FA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3714750"/>
            <a:ext cx="5810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325" b="0">
                <a:solidFill>
                  <a:srgbClr val="FFFFFF"/>
                </a:solidFill>
                <a:latin typeface="Lato"/>
                <a:ea typeface="Lato"/>
                <a:cs typeface="Lato"/>
              </a:defRPr>
            </a:defPPr>
            <a:lvl1pPr>
              <a:buNone/>
              <a:defRPr sz="2325" b="0">
                <a:solidFill>
                  <a:srgbClr val="FFFFFF"/>
                </a:solidFill>
                <a:latin typeface="Lato"/>
                <a:ea typeface="Lato"/>
                <a:cs typeface="Lato"/>
              </a:defRPr>
            </a:lvl1pPr>
            <a:lvl2pPr>
              <a:buNone/>
              <a:defRPr sz="2325" b="0">
                <a:solidFill>
                  <a:srgbClr val="FFFFFF"/>
                </a:solidFill>
                <a:latin typeface="Lato"/>
                <a:ea typeface="Lato"/>
                <a:cs typeface="Lato"/>
              </a:defRPr>
            </a:lvl2pPr>
            <a:lvl3pPr>
              <a:buNone/>
              <a:defRPr sz="2325" b="0">
                <a:solidFill>
                  <a:srgbClr val="FFFFFF"/>
                </a:solidFill>
                <a:latin typeface="Lato"/>
                <a:ea typeface="Lato"/>
                <a:cs typeface="Lato"/>
              </a:defRPr>
            </a:lvl3pPr>
            <a:lvl4pPr>
              <a:buNone/>
              <a:defRPr sz="2325" b="0">
                <a:solidFill>
                  <a:srgbClr val="FFFFFF"/>
                </a:solidFill>
                <a:latin typeface="Lato"/>
                <a:ea typeface="Lato"/>
                <a:cs typeface="Lato"/>
              </a:defRPr>
            </a:lvl4pPr>
            <a:lvl5pPr>
              <a:buNone/>
              <a:defRPr sz="2325" b="0">
                <a:solidFill>
                  <a:srgbClr val="FFFFFF"/>
                </a:solidFill>
                <a:latin typeface="Lato"/>
                <a:ea typeface="Lato"/>
                <a:cs typeface="Lato"/>
              </a:defRPr>
            </a:lvl5pPr>
            <a:lvl6pPr>
              <a:buNone/>
              <a:defRPr sz="2325" b="0">
                <a:solidFill>
                  <a:srgbClr val="FFFFFF"/>
                </a:solidFill>
                <a:latin typeface="Lato"/>
                <a:ea typeface="Lato"/>
                <a:cs typeface="Lato"/>
              </a:defRPr>
            </a:lvl6pPr>
            <a:lvl7pPr>
              <a:buNone/>
              <a:defRPr sz="2325" b="0">
                <a:solidFill>
                  <a:srgbClr val="FFFFFF"/>
                </a:solidFill>
                <a:latin typeface="Lato"/>
                <a:ea typeface="Lato"/>
                <a:cs typeface="Lato"/>
              </a:defRPr>
            </a:lvl7pPr>
            <a:lvl8pPr>
              <a:buNone/>
              <a:defRPr sz="2325" b="0">
                <a:solidFill>
                  <a:srgbClr val="FFFFFF"/>
                </a:solidFill>
                <a:latin typeface="Lato"/>
                <a:ea typeface="Lato"/>
                <a:cs typeface="Lato"/>
              </a:defRPr>
            </a:lvl8pPr>
            <a:lvl9pPr>
              <a:buNone/>
              <a:defRPr sz="2325" b="0">
                <a:solidFill>
                  <a:srgbClr val="FFFFFF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>
              <a:buNone/>
              <a:defRPr sz="2325" b="0">
                <a:solidFill>
                  <a:srgbClr val="FFFFFF"/>
                </a:solidFill>
                <a:latin typeface="Lato"/>
                <a:ea typeface="Lato"/>
                <a:cs typeface="Lato"/>
              </a:defRPr>
            </a:pPr>
            <a:r>
              <a:rPr sz="2325" b="0">
                <a:solidFill>
                  <a:srgbClr val="FFFFFF"/>
                </a:solidFill>
                <a:latin typeface="Lato"/>
                <a:ea typeface="Lato"/>
                <a:cs typeface="Lato"/>
              </a:rPr>
              <a:t>Arquivos de 10 e 20 KiB</a:t>
            </a:r>
          </a:p>
          <a:p xmlns:a="http://schemas.openxmlformats.org/drawingml/2006/main">
            <a:pPr>
              <a:buNone/>
              <a:defRPr sz="2325" b="0">
                <a:solidFill>
                  <a:srgbClr val="FFFFFF"/>
                </a:solidFill>
                <a:latin typeface="Lato"/>
                <a:ea typeface="Lato"/>
                <a:cs typeface="Lato"/>
              </a:defRPr>
            </a:pPr>
            <a:r>
              <a:rPr sz="2325" b="0">
                <a:solidFill>
                  <a:srgbClr val="FFFFFF"/>
                </a:solidFill>
                <a:latin typeface="Lato"/>
                <a:ea typeface="Lato"/>
                <a:cs typeface="Lato"/>
              </a:rPr>
              <a:t>e 1, 5, 10 e 20 MiB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BFD9DAD-F955-4078-AB4C-BF8FAB5F0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53100"/>
            <a:ext cx="10820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64DFCD"/>
                </a:solidFill>
                <a:latin typeface="Lato"/>
                <a:ea typeface="Lato"/>
                <a:cs typeface="Lato"/>
              </a:defRPr>
            </a:defPPr>
            <a:lvl1pPr>
              <a:buNone/>
              <a:defRPr sz="2025" b="0">
                <a:solidFill>
                  <a:srgbClr val="64DFCD"/>
                </a:solidFill>
                <a:latin typeface="Lato"/>
                <a:ea typeface="Lato"/>
                <a:cs typeface="Lato"/>
              </a:defRPr>
            </a:lvl1pPr>
            <a:lvl2pPr>
              <a:buNone/>
              <a:defRPr sz="2025" b="0">
                <a:solidFill>
                  <a:srgbClr val="64DFCD"/>
                </a:solidFill>
                <a:latin typeface="Lato"/>
                <a:ea typeface="Lato"/>
                <a:cs typeface="Lato"/>
              </a:defRPr>
            </a:lvl2pPr>
            <a:lvl3pPr>
              <a:buNone/>
              <a:defRPr sz="2025" b="0">
                <a:solidFill>
                  <a:srgbClr val="64DFCD"/>
                </a:solidFill>
                <a:latin typeface="Lato"/>
                <a:ea typeface="Lato"/>
                <a:cs typeface="Lato"/>
              </a:defRPr>
            </a:lvl3pPr>
            <a:lvl4pPr>
              <a:buNone/>
              <a:defRPr sz="2025" b="0">
                <a:solidFill>
                  <a:srgbClr val="64DFCD"/>
                </a:solidFill>
                <a:latin typeface="Lato"/>
                <a:ea typeface="Lato"/>
                <a:cs typeface="Lato"/>
              </a:defRPr>
            </a:lvl4pPr>
            <a:lvl5pPr>
              <a:buNone/>
              <a:defRPr sz="2025" b="0">
                <a:solidFill>
                  <a:srgbClr val="64DFCD"/>
                </a:solidFill>
                <a:latin typeface="Lato"/>
                <a:ea typeface="Lato"/>
                <a:cs typeface="Lato"/>
              </a:defRPr>
            </a:lvl5pPr>
            <a:lvl6pPr>
              <a:buNone/>
              <a:defRPr sz="2025" b="0">
                <a:solidFill>
                  <a:srgbClr val="64DFCD"/>
                </a:solidFill>
                <a:latin typeface="Lato"/>
                <a:ea typeface="Lato"/>
                <a:cs typeface="Lato"/>
              </a:defRPr>
            </a:lvl6pPr>
            <a:lvl7pPr>
              <a:buNone/>
              <a:defRPr sz="2025" b="0">
                <a:solidFill>
                  <a:srgbClr val="64DFCD"/>
                </a:solidFill>
                <a:latin typeface="Lato"/>
                <a:ea typeface="Lato"/>
                <a:cs typeface="Lato"/>
              </a:defRPr>
            </a:lvl7pPr>
            <a:lvl8pPr>
              <a:buNone/>
              <a:defRPr sz="2025" b="0">
                <a:solidFill>
                  <a:srgbClr val="64DFCD"/>
                </a:solidFill>
                <a:latin typeface="Lato"/>
                <a:ea typeface="Lato"/>
                <a:cs typeface="Lato"/>
              </a:defRPr>
            </a:lvl8pPr>
            <a:lvl9pPr>
              <a:buNone/>
              <a:defRPr sz="2025" b="0">
                <a:solidFill>
                  <a:srgbClr val="64DFCD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>
              <a:buNone/>
              <a:defRPr sz="2025" b="0">
                <a:solidFill>
                  <a:srgbClr val="64DFCD"/>
                </a:solidFill>
                <a:latin typeface="Lato"/>
                <a:ea typeface="Lato"/>
                <a:cs typeface="Lato"/>
              </a:defRPr>
            </a:pPr>
            <a:r>
              <a:rPr sz="2025" b="0">
                <a:solidFill>
                  <a:srgbClr val="64DFCD"/>
                </a:solidFill>
                <a:latin typeface="Lato"/>
                <a:ea typeface="Lato"/>
                <a:cs typeface="Lato"/>
              </a:rPr>
              <a:t>Verificações: SHA-256, tamanho final e origem dos blocos.</a:t>
            </a:r>
          </a:p>
        </p:txBody>
      </p:sp>
    </p:spTree>
    <p:extLst>
      <p:ext uri="{BB962C8B-B14F-4D97-AF65-F5344CB8AC3E}">
        <p14:creationId xmlns:p14="http://schemas.microsoft.com/office/powerpoint/2010/main" val="59253748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5F4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568794B-093E-483B-95D0-01D45160C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4350"/>
            <a:ext cx="10858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142F3A"/>
                </a:solidFill>
                <a:latin typeface="Lato"/>
                <a:ea typeface="Lato"/>
                <a:cs typeface="Lato"/>
              </a:defRPr>
            </a:defPPr>
            <a:lvl1pPr>
              <a:buNone/>
              <a:defRPr sz="3300" b="1">
                <a:solidFill>
                  <a:srgbClr val="142F3A"/>
                </a:solidFill>
                <a:latin typeface="Lato"/>
                <a:ea typeface="Lato"/>
                <a:cs typeface="Lato"/>
              </a:defRPr>
            </a:lvl1pPr>
            <a:lvl2pPr>
              <a:buNone/>
              <a:defRPr sz="3300" b="1">
                <a:solidFill>
                  <a:srgbClr val="142F3A"/>
                </a:solidFill>
                <a:latin typeface="Lato"/>
                <a:ea typeface="Lato"/>
                <a:cs typeface="Lato"/>
              </a:defRPr>
            </a:lvl2pPr>
            <a:lvl3pPr>
              <a:buNone/>
              <a:defRPr sz="3300" b="1">
                <a:solidFill>
                  <a:srgbClr val="142F3A"/>
                </a:solidFill>
                <a:latin typeface="Lato"/>
                <a:ea typeface="Lato"/>
                <a:cs typeface="Lato"/>
              </a:defRPr>
            </a:lvl3pPr>
            <a:lvl4pPr>
              <a:buNone/>
              <a:defRPr sz="3300" b="1">
                <a:solidFill>
                  <a:srgbClr val="142F3A"/>
                </a:solidFill>
                <a:latin typeface="Lato"/>
                <a:ea typeface="Lato"/>
                <a:cs typeface="Lato"/>
              </a:defRPr>
            </a:lvl4pPr>
            <a:lvl5pPr>
              <a:buNone/>
              <a:defRPr sz="3300" b="1">
                <a:solidFill>
                  <a:srgbClr val="142F3A"/>
                </a:solidFill>
                <a:latin typeface="Lato"/>
                <a:ea typeface="Lato"/>
                <a:cs typeface="Lato"/>
              </a:defRPr>
            </a:lvl5pPr>
            <a:lvl6pPr>
              <a:buNone/>
              <a:defRPr sz="3300" b="1">
                <a:solidFill>
                  <a:srgbClr val="142F3A"/>
                </a:solidFill>
                <a:latin typeface="Lato"/>
                <a:ea typeface="Lato"/>
                <a:cs typeface="Lato"/>
              </a:defRPr>
            </a:lvl6pPr>
            <a:lvl7pPr>
              <a:buNone/>
              <a:defRPr sz="3300" b="1">
                <a:solidFill>
                  <a:srgbClr val="142F3A"/>
                </a:solidFill>
                <a:latin typeface="Lato"/>
                <a:ea typeface="Lato"/>
                <a:cs typeface="Lato"/>
              </a:defRPr>
            </a:lvl7pPr>
            <a:lvl8pPr>
              <a:buNone/>
              <a:defRPr sz="3300" b="1">
                <a:solidFill>
                  <a:srgbClr val="142F3A"/>
                </a:solidFill>
                <a:latin typeface="Lato"/>
                <a:ea typeface="Lato"/>
                <a:cs typeface="Lato"/>
              </a:defRPr>
            </a:lvl8pPr>
            <a:lvl9pPr>
              <a:buNone/>
              <a:defRPr sz="3300" b="1">
                <a:solidFill>
                  <a:srgbClr val="142F3A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>
              <a:buNone/>
              <a:defRPr sz="3300" b="1">
                <a:solidFill>
                  <a:srgbClr val="142F3A"/>
                </a:solidFill>
                <a:latin typeface="Lato"/>
                <a:ea typeface="Lato"/>
                <a:cs typeface="Lato"/>
              </a:defRPr>
            </a:pPr>
            <a:r>
              <a:rPr sz="3300" b="1">
                <a:solidFill>
                  <a:srgbClr val="142F3A"/>
                </a:solidFill>
                <a:latin typeface="Lato"/>
                <a:ea typeface="Lato"/>
                <a:cs typeface="Lato"/>
              </a:rPr>
              <a:t>Tempo médio em malha — 20 MiB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CBBFDF9-C3CD-44A5-8CF9-9E21A68DC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24600"/>
            <a:ext cx="47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>
                <a:solidFill>
                  <a:srgbClr val="566C74"/>
                </a:solidFill>
                <a:latin typeface="Lato"/>
                <a:ea typeface="Lato"/>
                <a:cs typeface="Lato"/>
              </a:defRPr>
            </a:defPPr>
            <a:lvl1pPr>
              <a:buNone/>
              <a:defRPr sz="1275" b="0">
                <a:solidFill>
                  <a:srgbClr val="566C74"/>
                </a:solidFill>
                <a:latin typeface="Lato"/>
                <a:ea typeface="Lato"/>
                <a:cs typeface="Lato"/>
              </a:defRPr>
            </a:lvl1pPr>
            <a:lvl2pPr>
              <a:buNone/>
              <a:defRPr sz="1275" b="0">
                <a:solidFill>
                  <a:srgbClr val="566C74"/>
                </a:solidFill>
                <a:latin typeface="Lato"/>
                <a:ea typeface="Lato"/>
                <a:cs typeface="Lato"/>
              </a:defRPr>
            </a:lvl2pPr>
            <a:lvl3pPr>
              <a:buNone/>
              <a:defRPr sz="1275" b="0">
                <a:solidFill>
                  <a:srgbClr val="566C74"/>
                </a:solidFill>
                <a:latin typeface="Lato"/>
                <a:ea typeface="Lato"/>
                <a:cs typeface="Lato"/>
              </a:defRPr>
            </a:lvl3pPr>
            <a:lvl4pPr>
              <a:buNone/>
              <a:defRPr sz="1275" b="0">
                <a:solidFill>
                  <a:srgbClr val="566C74"/>
                </a:solidFill>
                <a:latin typeface="Lato"/>
                <a:ea typeface="Lato"/>
                <a:cs typeface="Lato"/>
              </a:defRPr>
            </a:lvl4pPr>
            <a:lvl5pPr>
              <a:buNone/>
              <a:defRPr sz="1275" b="0">
                <a:solidFill>
                  <a:srgbClr val="566C74"/>
                </a:solidFill>
                <a:latin typeface="Lato"/>
                <a:ea typeface="Lato"/>
                <a:cs typeface="Lato"/>
              </a:defRPr>
            </a:lvl5pPr>
            <a:lvl6pPr>
              <a:buNone/>
              <a:defRPr sz="1275" b="0">
                <a:solidFill>
                  <a:srgbClr val="566C74"/>
                </a:solidFill>
                <a:latin typeface="Lato"/>
                <a:ea typeface="Lato"/>
                <a:cs typeface="Lato"/>
              </a:defRPr>
            </a:lvl6pPr>
            <a:lvl7pPr>
              <a:buNone/>
              <a:defRPr sz="1275" b="0">
                <a:solidFill>
                  <a:srgbClr val="566C74"/>
                </a:solidFill>
                <a:latin typeface="Lato"/>
                <a:ea typeface="Lato"/>
                <a:cs typeface="Lato"/>
              </a:defRPr>
            </a:lvl7pPr>
            <a:lvl8pPr>
              <a:buNone/>
              <a:defRPr sz="1275" b="0">
                <a:solidFill>
                  <a:srgbClr val="566C74"/>
                </a:solidFill>
                <a:latin typeface="Lato"/>
                <a:ea typeface="Lato"/>
                <a:cs typeface="Lato"/>
              </a:defRPr>
            </a:lvl8pPr>
            <a:lvl9pPr>
              <a:buNone/>
              <a:defRPr sz="1275" b="0">
                <a:solidFill>
                  <a:srgbClr val="566C74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>
              <a:buNone/>
              <a:defRPr sz="1275" b="0">
                <a:solidFill>
                  <a:srgbClr val="566C74"/>
                </a:solidFill>
                <a:latin typeface="Lato"/>
                <a:ea typeface="Lato"/>
                <a:cs typeface="Lato"/>
              </a:defRPr>
            </a:pPr>
            <a:r>
              <a:rPr sz="1275" b="0">
                <a:solidFill>
                  <a:srgbClr val="566C74"/>
                </a:solidFill>
                <a:latin typeface="Lato"/>
                <a:ea typeface="Lato"/>
                <a:cs typeface="Lato"/>
              </a:rPr>
              <a:t>06</a:t>
            </a:r>
          </a:p>
        </p:txBody>
      </p:sp>
      <p:graphicFrame>
        <p:nvGraphicFramePr>
          <p:cNvPr id="3" name="Chart">
            <a:extLst xmlns:a="http://schemas.openxmlformats.org/drawingml/2006/main">
              <a:ext uri="{FF2B5EF4-FFF2-40B4-BE49-F238E27FC236}">
                <a16:creationId xmlns:a16="http://schemas.microsoft.com/office/drawing/2014/main" id="{BFD24833-D581-47A6-9FBE-59BBCFC250F7}"/>
              </a:ext>
            </a:extLst>
          </p:cNvPr>
          <p:cNvGraphicFramePr/>
          <p:nvPr/>
        </p:nvGraphicFramePr>
        <p:xfrm>
          <a:off xmlns:a="http://schemas.openxmlformats.org/drawingml/2006/main" x="619125" y="1657350"/>
          <a:ext xmlns:a="http://schemas.openxmlformats.org/drawingml/2006/main" cx="10906125" cy="3714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6de7bbfa95347de"/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58386A6-C09F-4332-840F-D53CD25F7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81675"/>
            <a:ext cx="10763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566C74"/>
                </a:solidFill>
                <a:latin typeface="Lato"/>
                <a:ea typeface="Lato"/>
                <a:cs typeface="Lato"/>
              </a:defRPr>
            </a:defPPr>
            <a:lvl1pPr>
              <a:buNone/>
              <a:defRPr sz="1800" b="0">
                <a:solidFill>
                  <a:srgbClr val="566C74"/>
                </a:solidFill>
                <a:latin typeface="Lato"/>
                <a:ea typeface="Lato"/>
                <a:cs typeface="Lato"/>
              </a:defRPr>
            </a:lvl1pPr>
            <a:lvl2pPr>
              <a:buNone/>
              <a:defRPr sz="1800" b="0">
                <a:solidFill>
                  <a:srgbClr val="566C74"/>
                </a:solidFill>
                <a:latin typeface="Lato"/>
                <a:ea typeface="Lato"/>
                <a:cs typeface="Lato"/>
              </a:defRPr>
            </a:lvl2pPr>
            <a:lvl3pPr>
              <a:buNone/>
              <a:defRPr sz="1800" b="0">
                <a:solidFill>
                  <a:srgbClr val="566C74"/>
                </a:solidFill>
                <a:latin typeface="Lato"/>
                <a:ea typeface="Lato"/>
                <a:cs typeface="Lato"/>
              </a:defRPr>
            </a:lvl3pPr>
            <a:lvl4pPr>
              <a:buNone/>
              <a:defRPr sz="1800" b="0">
                <a:solidFill>
                  <a:srgbClr val="566C74"/>
                </a:solidFill>
                <a:latin typeface="Lato"/>
                <a:ea typeface="Lato"/>
                <a:cs typeface="Lato"/>
              </a:defRPr>
            </a:lvl4pPr>
            <a:lvl5pPr>
              <a:buNone/>
              <a:defRPr sz="1800" b="0">
                <a:solidFill>
                  <a:srgbClr val="566C74"/>
                </a:solidFill>
                <a:latin typeface="Lato"/>
                <a:ea typeface="Lato"/>
                <a:cs typeface="Lato"/>
              </a:defRPr>
            </a:lvl5pPr>
            <a:lvl6pPr>
              <a:buNone/>
              <a:defRPr sz="1800" b="0">
                <a:solidFill>
                  <a:srgbClr val="566C74"/>
                </a:solidFill>
                <a:latin typeface="Lato"/>
                <a:ea typeface="Lato"/>
                <a:cs typeface="Lato"/>
              </a:defRPr>
            </a:lvl6pPr>
            <a:lvl7pPr>
              <a:buNone/>
              <a:defRPr sz="1800" b="0">
                <a:solidFill>
                  <a:srgbClr val="566C74"/>
                </a:solidFill>
                <a:latin typeface="Lato"/>
                <a:ea typeface="Lato"/>
                <a:cs typeface="Lato"/>
              </a:defRPr>
            </a:lvl7pPr>
            <a:lvl8pPr>
              <a:buNone/>
              <a:defRPr sz="1800" b="0">
                <a:solidFill>
                  <a:srgbClr val="566C74"/>
                </a:solidFill>
                <a:latin typeface="Lato"/>
                <a:ea typeface="Lato"/>
                <a:cs typeface="Lato"/>
              </a:defRPr>
            </a:lvl8pPr>
            <a:lvl9pPr>
              <a:buNone/>
              <a:defRPr sz="1800" b="0">
                <a:solidFill>
                  <a:srgbClr val="566C74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>
              <a:buNone/>
              <a:defRPr sz="1800" b="0">
                <a:solidFill>
                  <a:srgbClr val="566C74"/>
                </a:solidFill>
                <a:latin typeface="Lato"/>
                <a:ea typeface="Lato"/>
                <a:cs typeface="Lato"/>
              </a:defRPr>
            </a:pPr>
            <a:r>
              <a:rPr sz="1800" b="0">
                <a:solidFill>
                  <a:srgbClr val="566C74"/>
                </a:solidFill>
                <a:latin typeface="Lato"/>
                <a:ea typeface="Lato"/>
                <a:cs typeface="Lato"/>
              </a:rPr>
              <a:t>Desvio-padrão (1 / 4 KiB): 2 peers ± 0.79 / 0.19 s; 4 peers ± 1.68 / 0.58 s</a:t>
            </a:r>
          </a:p>
        </p:txBody>
      </p:sp>
    </p:spTree>
    <p:extLst>
      <p:ext uri="{BB962C8B-B14F-4D97-AF65-F5344CB8AC3E}">
        <p14:creationId xmlns:p14="http://schemas.microsoft.com/office/powerpoint/2010/main" val="98510018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5F4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693BA09-388A-4CAA-BAF9-73ACE3E5E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4350"/>
            <a:ext cx="10858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142F3A"/>
                </a:solidFill>
                <a:latin typeface="Lato"/>
                <a:ea typeface="Lato"/>
                <a:cs typeface="Lato"/>
              </a:defRPr>
            </a:defPPr>
            <a:lvl1pPr>
              <a:buNone/>
              <a:defRPr sz="3300" b="1">
                <a:solidFill>
                  <a:srgbClr val="142F3A"/>
                </a:solidFill>
                <a:latin typeface="Lato"/>
                <a:ea typeface="Lato"/>
                <a:cs typeface="Lato"/>
              </a:defRPr>
            </a:lvl1pPr>
            <a:lvl2pPr>
              <a:buNone/>
              <a:defRPr sz="3300" b="1">
                <a:solidFill>
                  <a:srgbClr val="142F3A"/>
                </a:solidFill>
                <a:latin typeface="Lato"/>
                <a:ea typeface="Lato"/>
                <a:cs typeface="Lato"/>
              </a:defRPr>
            </a:lvl2pPr>
            <a:lvl3pPr>
              <a:buNone/>
              <a:defRPr sz="3300" b="1">
                <a:solidFill>
                  <a:srgbClr val="142F3A"/>
                </a:solidFill>
                <a:latin typeface="Lato"/>
                <a:ea typeface="Lato"/>
                <a:cs typeface="Lato"/>
              </a:defRPr>
            </a:lvl3pPr>
            <a:lvl4pPr>
              <a:buNone/>
              <a:defRPr sz="3300" b="1">
                <a:solidFill>
                  <a:srgbClr val="142F3A"/>
                </a:solidFill>
                <a:latin typeface="Lato"/>
                <a:ea typeface="Lato"/>
                <a:cs typeface="Lato"/>
              </a:defRPr>
            </a:lvl4pPr>
            <a:lvl5pPr>
              <a:buNone/>
              <a:defRPr sz="3300" b="1">
                <a:solidFill>
                  <a:srgbClr val="142F3A"/>
                </a:solidFill>
                <a:latin typeface="Lato"/>
                <a:ea typeface="Lato"/>
                <a:cs typeface="Lato"/>
              </a:defRPr>
            </a:lvl5pPr>
            <a:lvl6pPr>
              <a:buNone/>
              <a:defRPr sz="3300" b="1">
                <a:solidFill>
                  <a:srgbClr val="142F3A"/>
                </a:solidFill>
                <a:latin typeface="Lato"/>
                <a:ea typeface="Lato"/>
                <a:cs typeface="Lato"/>
              </a:defRPr>
            </a:lvl6pPr>
            <a:lvl7pPr>
              <a:buNone/>
              <a:defRPr sz="3300" b="1">
                <a:solidFill>
                  <a:srgbClr val="142F3A"/>
                </a:solidFill>
                <a:latin typeface="Lato"/>
                <a:ea typeface="Lato"/>
                <a:cs typeface="Lato"/>
              </a:defRPr>
            </a:lvl7pPr>
            <a:lvl8pPr>
              <a:buNone/>
              <a:defRPr sz="3300" b="1">
                <a:solidFill>
                  <a:srgbClr val="142F3A"/>
                </a:solidFill>
                <a:latin typeface="Lato"/>
                <a:ea typeface="Lato"/>
                <a:cs typeface="Lato"/>
              </a:defRPr>
            </a:lvl8pPr>
            <a:lvl9pPr>
              <a:buNone/>
              <a:defRPr sz="3300" b="1">
                <a:solidFill>
                  <a:srgbClr val="142F3A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>
              <a:buNone/>
              <a:defRPr sz="3300" b="1">
                <a:solidFill>
                  <a:srgbClr val="142F3A"/>
                </a:solidFill>
                <a:latin typeface="Lato"/>
                <a:ea typeface="Lato"/>
                <a:cs typeface="Lato"/>
              </a:defRPr>
            </a:pPr>
            <a:r>
              <a:rPr sz="3300" b="1">
                <a:solidFill>
                  <a:srgbClr val="142F3A"/>
                </a:solidFill>
                <a:latin typeface="Lato"/>
                <a:ea typeface="Lato"/>
                <a:cs typeface="Lato"/>
              </a:rPr>
              <a:t>Compartilhamento e recuperação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2B994A8-D898-4E76-A2EC-11462688D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24600"/>
            <a:ext cx="47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>
                <a:solidFill>
                  <a:srgbClr val="566C74"/>
                </a:solidFill>
                <a:latin typeface="Lato"/>
                <a:ea typeface="Lato"/>
                <a:cs typeface="Lato"/>
              </a:defRPr>
            </a:defPPr>
            <a:lvl1pPr>
              <a:buNone/>
              <a:defRPr sz="1275" b="0">
                <a:solidFill>
                  <a:srgbClr val="566C74"/>
                </a:solidFill>
                <a:latin typeface="Lato"/>
                <a:ea typeface="Lato"/>
                <a:cs typeface="Lato"/>
              </a:defRPr>
            </a:lvl1pPr>
            <a:lvl2pPr>
              <a:buNone/>
              <a:defRPr sz="1275" b="0">
                <a:solidFill>
                  <a:srgbClr val="566C74"/>
                </a:solidFill>
                <a:latin typeface="Lato"/>
                <a:ea typeface="Lato"/>
                <a:cs typeface="Lato"/>
              </a:defRPr>
            </a:lvl2pPr>
            <a:lvl3pPr>
              <a:buNone/>
              <a:defRPr sz="1275" b="0">
                <a:solidFill>
                  <a:srgbClr val="566C74"/>
                </a:solidFill>
                <a:latin typeface="Lato"/>
                <a:ea typeface="Lato"/>
                <a:cs typeface="Lato"/>
              </a:defRPr>
            </a:lvl3pPr>
            <a:lvl4pPr>
              <a:buNone/>
              <a:defRPr sz="1275" b="0">
                <a:solidFill>
                  <a:srgbClr val="566C74"/>
                </a:solidFill>
                <a:latin typeface="Lato"/>
                <a:ea typeface="Lato"/>
                <a:cs typeface="Lato"/>
              </a:defRPr>
            </a:lvl4pPr>
            <a:lvl5pPr>
              <a:buNone/>
              <a:defRPr sz="1275" b="0">
                <a:solidFill>
                  <a:srgbClr val="566C74"/>
                </a:solidFill>
                <a:latin typeface="Lato"/>
                <a:ea typeface="Lato"/>
                <a:cs typeface="Lato"/>
              </a:defRPr>
            </a:lvl5pPr>
            <a:lvl6pPr>
              <a:buNone/>
              <a:defRPr sz="1275" b="0">
                <a:solidFill>
                  <a:srgbClr val="566C74"/>
                </a:solidFill>
                <a:latin typeface="Lato"/>
                <a:ea typeface="Lato"/>
                <a:cs typeface="Lato"/>
              </a:defRPr>
            </a:lvl6pPr>
            <a:lvl7pPr>
              <a:buNone/>
              <a:defRPr sz="1275" b="0">
                <a:solidFill>
                  <a:srgbClr val="566C74"/>
                </a:solidFill>
                <a:latin typeface="Lato"/>
                <a:ea typeface="Lato"/>
                <a:cs typeface="Lato"/>
              </a:defRPr>
            </a:lvl7pPr>
            <a:lvl8pPr>
              <a:buNone/>
              <a:defRPr sz="1275" b="0">
                <a:solidFill>
                  <a:srgbClr val="566C74"/>
                </a:solidFill>
                <a:latin typeface="Lato"/>
                <a:ea typeface="Lato"/>
                <a:cs typeface="Lato"/>
              </a:defRPr>
            </a:lvl8pPr>
            <a:lvl9pPr>
              <a:buNone/>
              <a:defRPr sz="1275" b="0">
                <a:solidFill>
                  <a:srgbClr val="566C74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>
              <a:buNone/>
              <a:defRPr sz="1275" b="0">
                <a:solidFill>
                  <a:srgbClr val="566C74"/>
                </a:solidFill>
                <a:latin typeface="Lato"/>
                <a:ea typeface="Lato"/>
                <a:cs typeface="Lato"/>
              </a:defRPr>
            </a:pPr>
            <a:r>
              <a:rPr sz="1275" b="0">
                <a:solidFill>
                  <a:srgbClr val="566C74"/>
                </a:solidFill>
                <a:latin typeface="Lato"/>
                <a:ea typeface="Lato"/>
                <a:cs typeface="Lato"/>
              </a:rPr>
              <a:t>07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97C425E-9F29-4B9A-8251-BB7724A5D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47850"/>
            <a:ext cx="2952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8100" b="1">
                <a:solidFill>
                  <a:srgbClr val="087E83"/>
                </a:solidFill>
                <a:latin typeface="Lato"/>
                <a:ea typeface="Lato"/>
                <a:cs typeface="Lato"/>
              </a:defRPr>
            </a:defPPr>
            <a:lvl1pPr>
              <a:buNone/>
              <a:defRPr sz="8100" b="1">
                <a:solidFill>
                  <a:srgbClr val="087E83"/>
                </a:solidFill>
                <a:latin typeface="Lato"/>
                <a:ea typeface="Lato"/>
                <a:cs typeface="Lato"/>
              </a:defRPr>
            </a:lvl1pPr>
            <a:lvl2pPr>
              <a:buNone/>
              <a:defRPr sz="8100" b="1">
                <a:solidFill>
                  <a:srgbClr val="087E83"/>
                </a:solidFill>
                <a:latin typeface="Lato"/>
                <a:ea typeface="Lato"/>
                <a:cs typeface="Lato"/>
              </a:defRPr>
            </a:lvl2pPr>
            <a:lvl3pPr>
              <a:buNone/>
              <a:defRPr sz="8100" b="1">
                <a:solidFill>
                  <a:srgbClr val="087E83"/>
                </a:solidFill>
                <a:latin typeface="Lato"/>
                <a:ea typeface="Lato"/>
                <a:cs typeface="Lato"/>
              </a:defRPr>
            </a:lvl3pPr>
            <a:lvl4pPr>
              <a:buNone/>
              <a:defRPr sz="8100" b="1">
                <a:solidFill>
                  <a:srgbClr val="087E83"/>
                </a:solidFill>
                <a:latin typeface="Lato"/>
                <a:ea typeface="Lato"/>
                <a:cs typeface="Lato"/>
              </a:defRPr>
            </a:lvl4pPr>
            <a:lvl5pPr>
              <a:buNone/>
              <a:defRPr sz="8100" b="1">
                <a:solidFill>
                  <a:srgbClr val="087E83"/>
                </a:solidFill>
                <a:latin typeface="Lato"/>
                <a:ea typeface="Lato"/>
                <a:cs typeface="Lato"/>
              </a:defRPr>
            </a:lvl5pPr>
            <a:lvl6pPr>
              <a:buNone/>
              <a:defRPr sz="8100" b="1">
                <a:solidFill>
                  <a:srgbClr val="087E83"/>
                </a:solidFill>
                <a:latin typeface="Lato"/>
                <a:ea typeface="Lato"/>
                <a:cs typeface="Lato"/>
              </a:defRPr>
            </a:lvl6pPr>
            <a:lvl7pPr>
              <a:buNone/>
              <a:defRPr sz="8100" b="1">
                <a:solidFill>
                  <a:srgbClr val="087E83"/>
                </a:solidFill>
                <a:latin typeface="Lato"/>
                <a:ea typeface="Lato"/>
                <a:cs typeface="Lato"/>
              </a:defRPr>
            </a:lvl7pPr>
            <a:lvl8pPr>
              <a:buNone/>
              <a:defRPr sz="8100" b="1">
                <a:solidFill>
                  <a:srgbClr val="087E83"/>
                </a:solidFill>
                <a:latin typeface="Lato"/>
                <a:ea typeface="Lato"/>
                <a:cs typeface="Lato"/>
              </a:defRPr>
            </a:lvl8pPr>
            <a:lvl9pPr>
              <a:buNone/>
              <a:defRPr sz="8100" b="1">
                <a:solidFill>
                  <a:srgbClr val="087E83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>
              <a:buNone/>
              <a:defRPr sz="8100" b="1">
                <a:solidFill>
                  <a:srgbClr val="087E83"/>
                </a:solidFill>
                <a:latin typeface="Lato"/>
                <a:ea typeface="Lato"/>
                <a:cs typeface="Lato"/>
              </a:defRPr>
            </a:pPr>
            <a:r>
              <a:rPr sz="8100" b="1">
                <a:solidFill>
                  <a:srgbClr val="087E83"/>
                </a:solidFill>
                <a:latin typeface="Lato"/>
                <a:ea typeface="Lato"/>
                <a:cs typeface="Lato"/>
              </a:rPr>
              <a:t>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49BB40F-23AB-4D79-BE99-37BD752FF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14725"/>
            <a:ext cx="3143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625" b="1">
                <a:solidFill>
                  <a:srgbClr val="142F3A"/>
                </a:solidFill>
                <a:latin typeface="Lato"/>
                <a:ea typeface="Lato"/>
                <a:cs typeface="Lato"/>
              </a:defRPr>
            </a:defPPr>
            <a:lvl1pPr>
              <a:buNone/>
              <a:defRPr sz="2625" b="1">
                <a:solidFill>
                  <a:srgbClr val="142F3A"/>
                </a:solidFill>
                <a:latin typeface="Lato"/>
                <a:ea typeface="Lato"/>
                <a:cs typeface="Lato"/>
              </a:defRPr>
            </a:lvl1pPr>
            <a:lvl2pPr>
              <a:buNone/>
              <a:defRPr sz="2625" b="1">
                <a:solidFill>
                  <a:srgbClr val="142F3A"/>
                </a:solidFill>
                <a:latin typeface="Lato"/>
                <a:ea typeface="Lato"/>
                <a:cs typeface="Lato"/>
              </a:defRPr>
            </a:lvl2pPr>
            <a:lvl3pPr>
              <a:buNone/>
              <a:defRPr sz="2625" b="1">
                <a:solidFill>
                  <a:srgbClr val="142F3A"/>
                </a:solidFill>
                <a:latin typeface="Lato"/>
                <a:ea typeface="Lato"/>
                <a:cs typeface="Lato"/>
              </a:defRPr>
            </a:lvl3pPr>
            <a:lvl4pPr>
              <a:buNone/>
              <a:defRPr sz="2625" b="1">
                <a:solidFill>
                  <a:srgbClr val="142F3A"/>
                </a:solidFill>
                <a:latin typeface="Lato"/>
                <a:ea typeface="Lato"/>
                <a:cs typeface="Lato"/>
              </a:defRPr>
            </a:lvl4pPr>
            <a:lvl5pPr>
              <a:buNone/>
              <a:defRPr sz="2625" b="1">
                <a:solidFill>
                  <a:srgbClr val="142F3A"/>
                </a:solidFill>
                <a:latin typeface="Lato"/>
                <a:ea typeface="Lato"/>
                <a:cs typeface="Lato"/>
              </a:defRPr>
            </a:lvl5pPr>
            <a:lvl6pPr>
              <a:buNone/>
              <a:defRPr sz="2625" b="1">
                <a:solidFill>
                  <a:srgbClr val="142F3A"/>
                </a:solidFill>
                <a:latin typeface="Lato"/>
                <a:ea typeface="Lato"/>
                <a:cs typeface="Lato"/>
              </a:defRPr>
            </a:lvl6pPr>
            <a:lvl7pPr>
              <a:buNone/>
              <a:defRPr sz="2625" b="1">
                <a:solidFill>
                  <a:srgbClr val="142F3A"/>
                </a:solidFill>
                <a:latin typeface="Lato"/>
                <a:ea typeface="Lato"/>
                <a:cs typeface="Lato"/>
              </a:defRPr>
            </a:lvl7pPr>
            <a:lvl8pPr>
              <a:buNone/>
              <a:defRPr sz="2625" b="1">
                <a:solidFill>
                  <a:srgbClr val="142F3A"/>
                </a:solidFill>
                <a:latin typeface="Lato"/>
                <a:ea typeface="Lato"/>
                <a:cs typeface="Lato"/>
              </a:defRPr>
            </a:lvl8pPr>
            <a:lvl9pPr>
              <a:buNone/>
              <a:defRPr sz="2625" b="1">
                <a:solidFill>
                  <a:srgbClr val="142F3A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>
              <a:buNone/>
              <a:defRPr sz="2625" b="1">
                <a:solidFill>
                  <a:srgbClr val="142F3A"/>
                </a:solidFill>
                <a:latin typeface="Lato"/>
                <a:ea typeface="Lato"/>
                <a:cs typeface="Lato"/>
              </a:defRPr>
            </a:pPr>
            <a:r>
              <a:rPr sz="2625" b="1">
                <a:solidFill>
                  <a:srgbClr val="142F3A"/>
                </a:solidFill>
                <a:latin typeface="Lato"/>
                <a:ea typeface="Lato"/>
                <a:cs typeface="Lato"/>
              </a:rPr>
              <a:t>quedas com</a:t>
            </a:r>
          </a:p>
          <a:p xmlns:a="http://schemas.openxmlformats.org/drawingml/2006/main">
            <a:pPr>
              <a:buNone/>
              <a:defRPr sz="2625" b="1">
                <a:solidFill>
                  <a:srgbClr val="142F3A"/>
                </a:solidFill>
                <a:latin typeface="Lato"/>
                <a:ea typeface="Lato"/>
                <a:cs typeface="Lato"/>
              </a:defRPr>
            </a:pPr>
            <a:r>
              <a:rPr sz="2625" b="1">
                <a:solidFill>
                  <a:srgbClr val="142F3A"/>
                </a:solidFill>
                <a:latin typeface="Lato"/>
                <a:ea typeface="Lato"/>
                <a:cs typeface="Lato"/>
              </a:rPr>
              <a:t>peer sorteado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1F59C5F-DF98-4690-AEC4-7EB73DF21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1809750"/>
            <a:ext cx="6381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 b="1">
                <a:solidFill>
                  <a:srgbClr val="142F3A"/>
                </a:solidFill>
                <a:latin typeface="Lato"/>
                <a:ea typeface="Lato"/>
                <a:cs typeface="Lato"/>
              </a:defRPr>
            </a:defPPr>
            <a:lvl1pPr>
              <a:buNone/>
              <a:defRPr sz="2550" b="1">
                <a:solidFill>
                  <a:srgbClr val="142F3A"/>
                </a:solidFill>
                <a:latin typeface="Lato"/>
                <a:ea typeface="Lato"/>
                <a:cs typeface="Lato"/>
              </a:defRPr>
            </a:lvl1pPr>
            <a:lvl2pPr>
              <a:buNone/>
              <a:defRPr sz="2550" b="1">
                <a:solidFill>
                  <a:srgbClr val="142F3A"/>
                </a:solidFill>
                <a:latin typeface="Lato"/>
                <a:ea typeface="Lato"/>
                <a:cs typeface="Lato"/>
              </a:defRPr>
            </a:lvl2pPr>
            <a:lvl3pPr>
              <a:buNone/>
              <a:defRPr sz="2550" b="1">
                <a:solidFill>
                  <a:srgbClr val="142F3A"/>
                </a:solidFill>
                <a:latin typeface="Lato"/>
                <a:ea typeface="Lato"/>
                <a:cs typeface="Lato"/>
              </a:defRPr>
            </a:lvl3pPr>
            <a:lvl4pPr>
              <a:buNone/>
              <a:defRPr sz="2550" b="1">
                <a:solidFill>
                  <a:srgbClr val="142F3A"/>
                </a:solidFill>
                <a:latin typeface="Lato"/>
                <a:ea typeface="Lato"/>
                <a:cs typeface="Lato"/>
              </a:defRPr>
            </a:lvl4pPr>
            <a:lvl5pPr>
              <a:buNone/>
              <a:defRPr sz="2550" b="1">
                <a:solidFill>
                  <a:srgbClr val="142F3A"/>
                </a:solidFill>
                <a:latin typeface="Lato"/>
                <a:ea typeface="Lato"/>
                <a:cs typeface="Lato"/>
              </a:defRPr>
            </a:lvl5pPr>
            <a:lvl6pPr>
              <a:buNone/>
              <a:defRPr sz="2550" b="1">
                <a:solidFill>
                  <a:srgbClr val="142F3A"/>
                </a:solidFill>
                <a:latin typeface="Lato"/>
                <a:ea typeface="Lato"/>
                <a:cs typeface="Lato"/>
              </a:defRPr>
            </a:lvl6pPr>
            <a:lvl7pPr>
              <a:buNone/>
              <a:defRPr sz="2550" b="1">
                <a:solidFill>
                  <a:srgbClr val="142F3A"/>
                </a:solidFill>
                <a:latin typeface="Lato"/>
                <a:ea typeface="Lato"/>
                <a:cs typeface="Lato"/>
              </a:defRPr>
            </a:lvl7pPr>
            <a:lvl8pPr>
              <a:buNone/>
              <a:defRPr sz="2550" b="1">
                <a:solidFill>
                  <a:srgbClr val="142F3A"/>
                </a:solidFill>
                <a:latin typeface="Lato"/>
                <a:ea typeface="Lato"/>
                <a:cs typeface="Lato"/>
              </a:defRPr>
            </a:lvl8pPr>
            <a:lvl9pPr>
              <a:buNone/>
              <a:defRPr sz="2550" b="1">
                <a:solidFill>
                  <a:srgbClr val="142F3A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>
              <a:buNone/>
              <a:defRPr sz="2550" b="1">
                <a:solidFill>
                  <a:srgbClr val="142F3A"/>
                </a:solidFill>
                <a:latin typeface="Lato"/>
                <a:ea typeface="Lato"/>
                <a:cs typeface="Lato"/>
              </a:defRPr>
            </a:pPr>
            <a:r>
              <a:rPr sz="2550" b="1">
                <a:solidFill>
                  <a:srgbClr val="142F3A"/>
                </a:solidFill>
                <a:latin typeface="Lato"/>
                <a:ea typeface="Lato"/>
                <a:cs typeface="Lato"/>
              </a:rPr>
              <a:t>Sorteio entre A, B, C e 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4C3B0B6-BCD8-435A-9AC1-7F9370EF2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428875"/>
            <a:ext cx="6381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566C74"/>
                </a:solidFill>
                <a:latin typeface="Lato"/>
                <a:ea typeface="Lato"/>
                <a:cs typeface="Lato"/>
              </a:defRPr>
            </a:defPPr>
            <a:lvl1pPr>
              <a:buNone/>
              <a:defRPr sz="2100" b="0">
                <a:solidFill>
                  <a:srgbClr val="566C74"/>
                </a:solidFill>
                <a:latin typeface="Lato"/>
                <a:ea typeface="Lato"/>
                <a:cs typeface="Lato"/>
              </a:defRPr>
            </a:lvl1pPr>
            <a:lvl2pPr>
              <a:buNone/>
              <a:defRPr sz="2100" b="0">
                <a:solidFill>
                  <a:srgbClr val="566C74"/>
                </a:solidFill>
                <a:latin typeface="Lato"/>
                <a:ea typeface="Lato"/>
                <a:cs typeface="Lato"/>
              </a:defRPr>
            </a:lvl2pPr>
            <a:lvl3pPr>
              <a:buNone/>
              <a:defRPr sz="2100" b="0">
                <a:solidFill>
                  <a:srgbClr val="566C74"/>
                </a:solidFill>
                <a:latin typeface="Lato"/>
                <a:ea typeface="Lato"/>
                <a:cs typeface="Lato"/>
              </a:defRPr>
            </a:lvl3pPr>
            <a:lvl4pPr>
              <a:buNone/>
              <a:defRPr sz="2100" b="0">
                <a:solidFill>
                  <a:srgbClr val="566C74"/>
                </a:solidFill>
                <a:latin typeface="Lato"/>
                <a:ea typeface="Lato"/>
                <a:cs typeface="Lato"/>
              </a:defRPr>
            </a:lvl4pPr>
            <a:lvl5pPr>
              <a:buNone/>
              <a:defRPr sz="2100" b="0">
                <a:solidFill>
                  <a:srgbClr val="566C74"/>
                </a:solidFill>
                <a:latin typeface="Lato"/>
                <a:ea typeface="Lato"/>
                <a:cs typeface="Lato"/>
              </a:defRPr>
            </a:lvl5pPr>
            <a:lvl6pPr>
              <a:buNone/>
              <a:defRPr sz="2100" b="0">
                <a:solidFill>
                  <a:srgbClr val="566C74"/>
                </a:solidFill>
                <a:latin typeface="Lato"/>
                <a:ea typeface="Lato"/>
                <a:cs typeface="Lato"/>
              </a:defRPr>
            </a:lvl6pPr>
            <a:lvl7pPr>
              <a:buNone/>
              <a:defRPr sz="2100" b="0">
                <a:solidFill>
                  <a:srgbClr val="566C74"/>
                </a:solidFill>
                <a:latin typeface="Lato"/>
                <a:ea typeface="Lato"/>
                <a:cs typeface="Lato"/>
              </a:defRPr>
            </a:lvl7pPr>
            <a:lvl8pPr>
              <a:buNone/>
              <a:defRPr sz="2100" b="0">
                <a:solidFill>
                  <a:srgbClr val="566C74"/>
                </a:solidFill>
                <a:latin typeface="Lato"/>
                <a:ea typeface="Lato"/>
                <a:cs typeface="Lato"/>
              </a:defRPr>
            </a:lvl8pPr>
            <a:lvl9pPr>
              <a:buNone/>
              <a:defRPr sz="2100" b="0">
                <a:solidFill>
                  <a:srgbClr val="566C74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>
              <a:buNone/>
              <a:defRPr sz="2100" b="0">
                <a:solidFill>
                  <a:srgbClr val="566C74"/>
                </a:solidFill>
                <a:latin typeface="Lato"/>
                <a:ea typeface="Lato"/>
                <a:cs typeface="Lato"/>
              </a:defRPr>
            </a:pPr>
            <a:r>
              <a:rPr sz="2100" b="0">
                <a:solidFill>
                  <a:srgbClr val="566C74"/>
                </a:solidFill>
                <a:latin typeface="Lato"/>
                <a:ea typeface="Lato"/>
                <a:cs typeface="Lato"/>
              </a:rPr>
              <a:t>Outras fontes completaram os arquivos.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157C69F-6DBF-427F-9BC7-A108AB43B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571875"/>
            <a:ext cx="6381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 b="1">
                <a:solidFill>
                  <a:srgbClr val="142F3A"/>
                </a:solidFill>
                <a:latin typeface="Lato"/>
                <a:ea typeface="Lato"/>
                <a:cs typeface="Lato"/>
              </a:defRPr>
            </a:defPPr>
            <a:lvl1pPr>
              <a:buNone/>
              <a:defRPr sz="2550" b="1">
                <a:solidFill>
                  <a:srgbClr val="142F3A"/>
                </a:solidFill>
                <a:latin typeface="Lato"/>
                <a:ea typeface="Lato"/>
                <a:cs typeface="Lato"/>
              </a:defRPr>
            </a:lvl1pPr>
            <a:lvl2pPr>
              <a:buNone/>
              <a:defRPr sz="2550" b="1">
                <a:solidFill>
                  <a:srgbClr val="142F3A"/>
                </a:solidFill>
                <a:latin typeface="Lato"/>
                <a:ea typeface="Lato"/>
                <a:cs typeface="Lato"/>
              </a:defRPr>
            </a:lvl2pPr>
            <a:lvl3pPr>
              <a:buNone/>
              <a:defRPr sz="2550" b="1">
                <a:solidFill>
                  <a:srgbClr val="142F3A"/>
                </a:solidFill>
                <a:latin typeface="Lato"/>
                <a:ea typeface="Lato"/>
                <a:cs typeface="Lato"/>
              </a:defRPr>
            </a:lvl3pPr>
            <a:lvl4pPr>
              <a:buNone/>
              <a:defRPr sz="2550" b="1">
                <a:solidFill>
                  <a:srgbClr val="142F3A"/>
                </a:solidFill>
                <a:latin typeface="Lato"/>
                <a:ea typeface="Lato"/>
                <a:cs typeface="Lato"/>
              </a:defRPr>
            </a:lvl4pPr>
            <a:lvl5pPr>
              <a:buNone/>
              <a:defRPr sz="2550" b="1">
                <a:solidFill>
                  <a:srgbClr val="142F3A"/>
                </a:solidFill>
                <a:latin typeface="Lato"/>
                <a:ea typeface="Lato"/>
                <a:cs typeface="Lato"/>
              </a:defRPr>
            </a:lvl5pPr>
            <a:lvl6pPr>
              <a:buNone/>
              <a:defRPr sz="2550" b="1">
                <a:solidFill>
                  <a:srgbClr val="142F3A"/>
                </a:solidFill>
                <a:latin typeface="Lato"/>
                <a:ea typeface="Lato"/>
                <a:cs typeface="Lato"/>
              </a:defRPr>
            </a:lvl6pPr>
            <a:lvl7pPr>
              <a:buNone/>
              <a:defRPr sz="2550" b="1">
                <a:solidFill>
                  <a:srgbClr val="142F3A"/>
                </a:solidFill>
                <a:latin typeface="Lato"/>
                <a:ea typeface="Lato"/>
                <a:cs typeface="Lato"/>
              </a:defRPr>
            </a:lvl7pPr>
            <a:lvl8pPr>
              <a:buNone/>
              <a:defRPr sz="2550" b="1">
                <a:solidFill>
                  <a:srgbClr val="142F3A"/>
                </a:solidFill>
                <a:latin typeface="Lato"/>
                <a:ea typeface="Lato"/>
                <a:cs typeface="Lato"/>
              </a:defRPr>
            </a:lvl8pPr>
            <a:lvl9pPr>
              <a:buNone/>
              <a:defRPr sz="2550" b="1">
                <a:solidFill>
                  <a:srgbClr val="142F3A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>
              <a:buNone/>
              <a:defRPr sz="2550" b="1">
                <a:solidFill>
                  <a:srgbClr val="142F3A"/>
                </a:solidFill>
                <a:latin typeface="Lato"/>
                <a:ea typeface="Lato"/>
                <a:cs typeface="Lato"/>
              </a:defRPr>
            </a:pPr>
            <a:r>
              <a:rPr sz="2550" b="1">
                <a:solidFill>
                  <a:srgbClr val="142F3A"/>
                </a:solidFill>
                <a:latin typeface="Lato"/>
                <a:ea typeface="Lato"/>
                <a:cs typeface="Lato"/>
              </a:rPr>
              <a:t>Hash e tamanho preservados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A097484-F378-48A1-A1EC-583EE897B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4191000"/>
            <a:ext cx="6381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566C74"/>
                </a:solidFill>
                <a:latin typeface="Lato"/>
                <a:ea typeface="Lato"/>
                <a:cs typeface="Lato"/>
              </a:defRPr>
            </a:defPPr>
            <a:lvl1pPr>
              <a:buNone/>
              <a:defRPr sz="2100" b="0">
                <a:solidFill>
                  <a:srgbClr val="566C74"/>
                </a:solidFill>
                <a:latin typeface="Lato"/>
                <a:ea typeface="Lato"/>
                <a:cs typeface="Lato"/>
              </a:defRPr>
            </a:lvl1pPr>
            <a:lvl2pPr>
              <a:buNone/>
              <a:defRPr sz="2100" b="0">
                <a:solidFill>
                  <a:srgbClr val="566C74"/>
                </a:solidFill>
                <a:latin typeface="Lato"/>
                <a:ea typeface="Lato"/>
                <a:cs typeface="Lato"/>
              </a:defRPr>
            </a:lvl2pPr>
            <a:lvl3pPr>
              <a:buNone/>
              <a:defRPr sz="2100" b="0">
                <a:solidFill>
                  <a:srgbClr val="566C74"/>
                </a:solidFill>
                <a:latin typeface="Lato"/>
                <a:ea typeface="Lato"/>
                <a:cs typeface="Lato"/>
              </a:defRPr>
            </a:lvl3pPr>
            <a:lvl4pPr>
              <a:buNone/>
              <a:defRPr sz="2100" b="0">
                <a:solidFill>
                  <a:srgbClr val="566C74"/>
                </a:solidFill>
                <a:latin typeface="Lato"/>
                <a:ea typeface="Lato"/>
                <a:cs typeface="Lato"/>
              </a:defRPr>
            </a:lvl4pPr>
            <a:lvl5pPr>
              <a:buNone/>
              <a:defRPr sz="2100" b="0">
                <a:solidFill>
                  <a:srgbClr val="566C74"/>
                </a:solidFill>
                <a:latin typeface="Lato"/>
                <a:ea typeface="Lato"/>
                <a:cs typeface="Lato"/>
              </a:defRPr>
            </a:lvl5pPr>
            <a:lvl6pPr>
              <a:buNone/>
              <a:defRPr sz="2100" b="0">
                <a:solidFill>
                  <a:srgbClr val="566C74"/>
                </a:solidFill>
                <a:latin typeface="Lato"/>
                <a:ea typeface="Lato"/>
                <a:cs typeface="Lato"/>
              </a:defRPr>
            </a:lvl6pPr>
            <a:lvl7pPr>
              <a:buNone/>
              <a:defRPr sz="2100" b="0">
                <a:solidFill>
                  <a:srgbClr val="566C74"/>
                </a:solidFill>
                <a:latin typeface="Lato"/>
                <a:ea typeface="Lato"/>
                <a:cs typeface="Lato"/>
              </a:defRPr>
            </a:lvl7pPr>
            <a:lvl8pPr>
              <a:buNone/>
              <a:defRPr sz="2100" b="0">
                <a:solidFill>
                  <a:srgbClr val="566C74"/>
                </a:solidFill>
                <a:latin typeface="Lato"/>
                <a:ea typeface="Lato"/>
                <a:cs typeface="Lato"/>
              </a:defRPr>
            </a:lvl8pPr>
            <a:lvl9pPr>
              <a:buNone/>
              <a:defRPr sz="2100" b="0">
                <a:solidFill>
                  <a:srgbClr val="566C74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>
              <a:buNone/>
              <a:defRPr sz="2100" b="0">
                <a:solidFill>
                  <a:srgbClr val="566C74"/>
                </a:solidFill>
                <a:latin typeface="Lato"/>
                <a:ea typeface="Lato"/>
                <a:cs typeface="Lato"/>
              </a:defRPr>
            </a:pPr>
            <a:r>
              <a:rPr sz="2100" b="0">
                <a:solidFill>
                  <a:srgbClr val="566C74"/>
                </a:solidFill>
                <a:latin typeface="Lato"/>
                <a:ea typeface="Lato"/>
                <a:cs typeface="Lato"/>
              </a:rPr>
              <a:t>5/5 quedas aleatórias aprovadas.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809C152-F3EB-4D19-8EE7-834BC9577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62625"/>
            <a:ext cx="10820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1">
                <a:solidFill>
                  <a:srgbClr val="087E83"/>
                </a:solidFill>
                <a:latin typeface="Lato"/>
                <a:ea typeface="Lato"/>
                <a:cs typeface="Lato"/>
              </a:defRPr>
            </a:defPPr>
            <a:lvl1pPr>
              <a:buNone/>
              <a:defRPr sz="2100" b="1">
                <a:solidFill>
                  <a:srgbClr val="087E83"/>
                </a:solidFill>
                <a:latin typeface="Lato"/>
                <a:ea typeface="Lato"/>
                <a:cs typeface="Lato"/>
              </a:defRPr>
            </a:lvl1pPr>
            <a:lvl2pPr>
              <a:buNone/>
              <a:defRPr sz="2100" b="1">
                <a:solidFill>
                  <a:srgbClr val="087E83"/>
                </a:solidFill>
                <a:latin typeface="Lato"/>
                <a:ea typeface="Lato"/>
                <a:cs typeface="Lato"/>
              </a:defRPr>
            </a:lvl2pPr>
            <a:lvl3pPr>
              <a:buNone/>
              <a:defRPr sz="2100" b="1">
                <a:solidFill>
                  <a:srgbClr val="087E83"/>
                </a:solidFill>
                <a:latin typeface="Lato"/>
                <a:ea typeface="Lato"/>
                <a:cs typeface="Lato"/>
              </a:defRPr>
            </a:lvl3pPr>
            <a:lvl4pPr>
              <a:buNone/>
              <a:defRPr sz="2100" b="1">
                <a:solidFill>
                  <a:srgbClr val="087E83"/>
                </a:solidFill>
                <a:latin typeface="Lato"/>
                <a:ea typeface="Lato"/>
                <a:cs typeface="Lato"/>
              </a:defRPr>
            </a:lvl4pPr>
            <a:lvl5pPr>
              <a:buNone/>
              <a:defRPr sz="2100" b="1">
                <a:solidFill>
                  <a:srgbClr val="087E83"/>
                </a:solidFill>
                <a:latin typeface="Lato"/>
                <a:ea typeface="Lato"/>
                <a:cs typeface="Lato"/>
              </a:defRPr>
            </a:lvl5pPr>
            <a:lvl6pPr>
              <a:buNone/>
              <a:defRPr sz="2100" b="1">
                <a:solidFill>
                  <a:srgbClr val="087E83"/>
                </a:solidFill>
                <a:latin typeface="Lato"/>
                <a:ea typeface="Lato"/>
                <a:cs typeface="Lato"/>
              </a:defRPr>
            </a:lvl6pPr>
            <a:lvl7pPr>
              <a:buNone/>
              <a:defRPr sz="2100" b="1">
                <a:solidFill>
                  <a:srgbClr val="087E83"/>
                </a:solidFill>
                <a:latin typeface="Lato"/>
                <a:ea typeface="Lato"/>
                <a:cs typeface="Lato"/>
              </a:defRPr>
            </a:lvl7pPr>
            <a:lvl8pPr>
              <a:buNone/>
              <a:defRPr sz="2100" b="1">
                <a:solidFill>
                  <a:srgbClr val="087E83"/>
                </a:solidFill>
                <a:latin typeface="Lato"/>
                <a:ea typeface="Lato"/>
                <a:cs typeface="Lato"/>
              </a:defRPr>
            </a:lvl8pPr>
            <a:lvl9pPr>
              <a:buNone/>
              <a:defRPr sz="2100" b="1">
                <a:solidFill>
                  <a:srgbClr val="087E83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>
              <a:buNone/>
              <a:defRPr sz="2100" b="1">
                <a:solidFill>
                  <a:srgbClr val="087E83"/>
                </a:solidFill>
                <a:latin typeface="Lato"/>
                <a:ea typeface="Lato"/>
                <a:cs typeface="Lato"/>
              </a:defRPr>
            </a:pPr>
            <a:r>
              <a:rPr sz="2100" b="1">
                <a:solidFill>
                  <a:srgbClr val="087E83"/>
                </a:solidFill>
                <a:latin typeface="Lato"/>
                <a:ea typeface="Lato"/>
                <a:cs typeface="Lato"/>
              </a:rPr>
              <a:t>130 integrações + 11 testes unitários aprovados</a:t>
            </a:r>
          </a:p>
        </p:txBody>
      </p:sp>
    </p:spTree>
    <p:extLst>
      <p:ext uri="{BB962C8B-B14F-4D97-AF65-F5344CB8AC3E}">
        <p14:creationId xmlns:p14="http://schemas.microsoft.com/office/powerpoint/2010/main" val="154120614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101E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0F0674D-9FEC-4721-ABD6-92A914263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4350"/>
            <a:ext cx="10858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FFFFFF"/>
                </a:solidFill>
                <a:latin typeface="Lato"/>
                <a:ea typeface="Lato"/>
                <a:cs typeface="Lato"/>
              </a:defRPr>
            </a:defPPr>
            <a:lvl1pPr>
              <a:buNone/>
              <a:defRPr sz="3300" b="1">
                <a:solidFill>
                  <a:srgbClr val="FFFFFF"/>
                </a:solidFill>
                <a:latin typeface="Lato"/>
                <a:ea typeface="Lato"/>
                <a:cs typeface="Lato"/>
              </a:defRPr>
            </a:lvl1pPr>
            <a:lvl2pPr>
              <a:buNone/>
              <a:defRPr sz="3300" b="1">
                <a:solidFill>
                  <a:srgbClr val="FFFFFF"/>
                </a:solidFill>
                <a:latin typeface="Lato"/>
                <a:ea typeface="Lato"/>
                <a:cs typeface="Lato"/>
              </a:defRPr>
            </a:lvl2pPr>
            <a:lvl3pPr>
              <a:buNone/>
              <a:defRPr sz="3300" b="1">
                <a:solidFill>
                  <a:srgbClr val="FFFFFF"/>
                </a:solidFill>
                <a:latin typeface="Lato"/>
                <a:ea typeface="Lato"/>
                <a:cs typeface="Lato"/>
              </a:defRPr>
            </a:lvl3pPr>
            <a:lvl4pPr>
              <a:buNone/>
              <a:defRPr sz="3300" b="1">
                <a:solidFill>
                  <a:srgbClr val="FFFFFF"/>
                </a:solidFill>
                <a:latin typeface="Lato"/>
                <a:ea typeface="Lato"/>
                <a:cs typeface="Lato"/>
              </a:defRPr>
            </a:lvl4pPr>
            <a:lvl5pPr>
              <a:buNone/>
              <a:defRPr sz="3300" b="1">
                <a:solidFill>
                  <a:srgbClr val="FFFFFF"/>
                </a:solidFill>
                <a:latin typeface="Lato"/>
                <a:ea typeface="Lato"/>
                <a:cs typeface="Lato"/>
              </a:defRPr>
            </a:lvl5pPr>
            <a:lvl6pPr>
              <a:buNone/>
              <a:defRPr sz="3300" b="1">
                <a:solidFill>
                  <a:srgbClr val="FFFFFF"/>
                </a:solidFill>
                <a:latin typeface="Lato"/>
                <a:ea typeface="Lato"/>
                <a:cs typeface="Lato"/>
              </a:defRPr>
            </a:lvl6pPr>
            <a:lvl7pPr>
              <a:buNone/>
              <a:defRPr sz="3300" b="1">
                <a:solidFill>
                  <a:srgbClr val="FFFFFF"/>
                </a:solidFill>
                <a:latin typeface="Lato"/>
                <a:ea typeface="Lato"/>
                <a:cs typeface="Lato"/>
              </a:defRPr>
            </a:lvl7pPr>
            <a:lvl8pPr>
              <a:buNone/>
              <a:defRPr sz="3300" b="1">
                <a:solidFill>
                  <a:srgbClr val="FFFFFF"/>
                </a:solidFill>
                <a:latin typeface="Lato"/>
                <a:ea typeface="Lato"/>
                <a:cs typeface="Lato"/>
              </a:defRPr>
            </a:lvl8pPr>
            <a:lvl9pPr>
              <a:buNone/>
              <a:defRPr sz="3300" b="1">
                <a:solidFill>
                  <a:srgbClr val="FFFFFF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>
              <a:buNone/>
              <a:defRPr sz="3300" b="1">
                <a:solidFill>
                  <a:srgbClr val="FFFFFF"/>
                </a:solidFill>
                <a:latin typeface="Lato"/>
                <a:ea typeface="Lato"/>
                <a:cs typeface="Lato"/>
              </a:defRPr>
            </a:pPr>
            <a:r>
              <a:rPr sz="3300" b="1">
                <a:solidFill>
                  <a:srgbClr val="FFFFFF"/>
                </a:solidFill>
                <a:latin typeface="Lato"/>
                <a:ea typeface="Lato"/>
                <a:cs typeface="Lato"/>
              </a:rPr>
              <a:t>Demonstração e conclusão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5F77087-7F8A-4FAA-9697-3F6E32CEE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24600"/>
            <a:ext cx="47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>
                <a:solidFill>
                  <a:srgbClr val="64DFCD"/>
                </a:solidFill>
                <a:latin typeface="Lato"/>
                <a:ea typeface="Lato"/>
                <a:cs typeface="Lato"/>
              </a:defRPr>
            </a:defPPr>
            <a:lvl1pPr>
              <a:buNone/>
              <a:defRPr sz="1275" b="0">
                <a:solidFill>
                  <a:srgbClr val="64DFCD"/>
                </a:solidFill>
                <a:latin typeface="Lato"/>
                <a:ea typeface="Lato"/>
                <a:cs typeface="Lato"/>
              </a:defRPr>
            </a:lvl1pPr>
            <a:lvl2pPr>
              <a:buNone/>
              <a:defRPr sz="1275" b="0">
                <a:solidFill>
                  <a:srgbClr val="64DFCD"/>
                </a:solidFill>
                <a:latin typeface="Lato"/>
                <a:ea typeface="Lato"/>
                <a:cs typeface="Lato"/>
              </a:defRPr>
            </a:lvl2pPr>
            <a:lvl3pPr>
              <a:buNone/>
              <a:defRPr sz="1275" b="0">
                <a:solidFill>
                  <a:srgbClr val="64DFCD"/>
                </a:solidFill>
                <a:latin typeface="Lato"/>
                <a:ea typeface="Lato"/>
                <a:cs typeface="Lato"/>
              </a:defRPr>
            </a:lvl3pPr>
            <a:lvl4pPr>
              <a:buNone/>
              <a:defRPr sz="1275" b="0">
                <a:solidFill>
                  <a:srgbClr val="64DFCD"/>
                </a:solidFill>
                <a:latin typeface="Lato"/>
                <a:ea typeface="Lato"/>
                <a:cs typeface="Lato"/>
              </a:defRPr>
            </a:lvl4pPr>
            <a:lvl5pPr>
              <a:buNone/>
              <a:defRPr sz="1275" b="0">
                <a:solidFill>
                  <a:srgbClr val="64DFCD"/>
                </a:solidFill>
                <a:latin typeface="Lato"/>
                <a:ea typeface="Lato"/>
                <a:cs typeface="Lato"/>
              </a:defRPr>
            </a:lvl5pPr>
            <a:lvl6pPr>
              <a:buNone/>
              <a:defRPr sz="1275" b="0">
                <a:solidFill>
                  <a:srgbClr val="64DFCD"/>
                </a:solidFill>
                <a:latin typeface="Lato"/>
                <a:ea typeface="Lato"/>
                <a:cs typeface="Lato"/>
              </a:defRPr>
            </a:lvl6pPr>
            <a:lvl7pPr>
              <a:buNone/>
              <a:defRPr sz="1275" b="0">
                <a:solidFill>
                  <a:srgbClr val="64DFCD"/>
                </a:solidFill>
                <a:latin typeface="Lato"/>
                <a:ea typeface="Lato"/>
                <a:cs typeface="Lato"/>
              </a:defRPr>
            </a:lvl7pPr>
            <a:lvl8pPr>
              <a:buNone/>
              <a:defRPr sz="1275" b="0">
                <a:solidFill>
                  <a:srgbClr val="64DFCD"/>
                </a:solidFill>
                <a:latin typeface="Lato"/>
                <a:ea typeface="Lato"/>
                <a:cs typeface="Lato"/>
              </a:defRPr>
            </a:lvl8pPr>
            <a:lvl9pPr>
              <a:buNone/>
              <a:defRPr sz="1275" b="0">
                <a:solidFill>
                  <a:srgbClr val="64DFCD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>
              <a:buNone/>
              <a:defRPr sz="1275" b="0">
                <a:solidFill>
                  <a:srgbClr val="64DFCD"/>
                </a:solidFill>
                <a:latin typeface="Lato"/>
                <a:ea typeface="Lato"/>
                <a:cs typeface="Lato"/>
              </a:defRPr>
            </a:pPr>
            <a:r>
              <a:rPr sz="1275" b="0">
                <a:solidFill>
                  <a:srgbClr val="64DFCD"/>
                </a:solidFill>
                <a:latin typeface="Lato"/>
                <a:ea typeface="Lato"/>
                <a:cs typeface="Lato"/>
              </a:rPr>
              <a:t>08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3464493-D4B3-47CA-A724-BC0824288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57375"/>
            <a:ext cx="762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525" b="1">
                <a:solidFill>
                  <a:srgbClr val="64DFCD"/>
                </a:solidFill>
                <a:latin typeface="Lato"/>
                <a:ea typeface="Lato"/>
                <a:cs typeface="Lato"/>
              </a:defRPr>
            </a:defPPr>
            <a:lvl1pPr>
              <a:buNone/>
              <a:defRPr sz="3525" b="1">
                <a:solidFill>
                  <a:srgbClr val="64DFCD"/>
                </a:solidFill>
                <a:latin typeface="Lato"/>
                <a:ea typeface="Lato"/>
                <a:cs typeface="Lato"/>
              </a:defRPr>
            </a:lvl1pPr>
            <a:lvl2pPr>
              <a:buNone/>
              <a:defRPr sz="3525" b="1">
                <a:solidFill>
                  <a:srgbClr val="64DFCD"/>
                </a:solidFill>
                <a:latin typeface="Lato"/>
                <a:ea typeface="Lato"/>
                <a:cs typeface="Lato"/>
              </a:defRPr>
            </a:lvl2pPr>
            <a:lvl3pPr>
              <a:buNone/>
              <a:defRPr sz="3525" b="1">
                <a:solidFill>
                  <a:srgbClr val="64DFCD"/>
                </a:solidFill>
                <a:latin typeface="Lato"/>
                <a:ea typeface="Lato"/>
                <a:cs typeface="Lato"/>
              </a:defRPr>
            </a:lvl3pPr>
            <a:lvl4pPr>
              <a:buNone/>
              <a:defRPr sz="3525" b="1">
                <a:solidFill>
                  <a:srgbClr val="64DFCD"/>
                </a:solidFill>
                <a:latin typeface="Lato"/>
                <a:ea typeface="Lato"/>
                <a:cs typeface="Lato"/>
              </a:defRPr>
            </a:lvl4pPr>
            <a:lvl5pPr>
              <a:buNone/>
              <a:defRPr sz="3525" b="1">
                <a:solidFill>
                  <a:srgbClr val="64DFCD"/>
                </a:solidFill>
                <a:latin typeface="Lato"/>
                <a:ea typeface="Lato"/>
                <a:cs typeface="Lato"/>
              </a:defRPr>
            </a:lvl5pPr>
            <a:lvl6pPr>
              <a:buNone/>
              <a:defRPr sz="3525" b="1">
                <a:solidFill>
                  <a:srgbClr val="64DFCD"/>
                </a:solidFill>
                <a:latin typeface="Lato"/>
                <a:ea typeface="Lato"/>
                <a:cs typeface="Lato"/>
              </a:defRPr>
            </a:lvl6pPr>
            <a:lvl7pPr>
              <a:buNone/>
              <a:defRPr sz="3525" b="1">
                <a:solidFill>
                  <a:srgbClr val="64DFCD"/>
                </a:solidFill>
                <a:latin typeface="Lato"/>
                <a:ea typeface="Lato"/>
                <a:cs typeface="Lato"/>
              </a:defRPr>
            </a:lvl7pPr>
            <a:lvl8pPr>
              <a:buNone/>
              <a:defRPr sz="3525" b="1">
                <a:solidFill>
                  <a:srgbClr val="64DFCD"/>
                </a:solidFill>
                <a:latin typeface="Lato"/>
                <a:ea typeface="Lato"/>
                <a:cs typeface="Lato"/>
              </a:defRPr>
            </a:lvl8pPr>
            <a:lvl9pPr>
              <a:buNone/>
              <a:defRPr sz="3525" b="1">
                <a:solidFill>
                  <a:srgbClr val="64DFCD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>
              <a:buNone/>
              <a:defRPr sz="3525" b="1">
                <a:solidFill>
                  <a:srgbClr val="64DFCD"/>
                </a:solidFill>
                <a:latin typeface="Lato"/>
                <a:ea typeface="Lato"/>
                <a:cs typeface="Lato"/>
              </a:defRPr>
            </a:pPr>
            <a:r>
              <a:rPr sz="3525" b="1">
                <a:solidFill>
                  <a:srgbClr val="64DFCD"/>
                </a:solidFill>
                <a:latin typeface="Lato"/>
                <a:ea typeface="Lato"/>
                <a:cs typeface="Lato"/>
              </a:rPr>
              <a:t>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3CE81E6-B4F7-401A-A6EF-98C5B1526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1924050"/>
            <a:ext cx="952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 b="0">
                <a:solidFill>
                  <a:srgbClr val="FFFFFF"/>
                </a:solidFill>
                <a:latin typeface="Lato"/>
                <a:ea typeface="Lato"/>
                <a:cs typeface="Lato"/>
              </a:defRPr>
            </a:defPPr>
            <a:lvl1pPr>
              <a:buNone/>
              <a:defRPr sz="2550" b="0">
                <a:solidFill>
                  <a:srgbClr val="FFFFFF"/>
                </a:solidFill>
                <a:latin typeface="Lato"/>
                <a:ea typeface="Lato"/>
                <a:cs typeface="Lato"/>
              </a:defRPr>
            </a:lvl1pPr>
            <a:lvl2pPr>
              <a:buNone/>
              <a:defRPr sz="2550" b="0">
                <a:solidFill>
                  <a:srgbClr val="FFFFFF"/>
                </a:solidFill>
                <a:latin typeface="Lato"/>
                <a:ea typeface="Lato"/>
                <a:cs typeface="Lato"/>
              </a:defRPr>
            </a:lvl2pPr>
            <a:lvl3pPr>
              <a:buNone/>
              <a:defRPr sz="2550" b="0">
                <a:solidFill>
                  <a:srgbClr val="FFFFFF"/>
                </a:solidFill>
                <a:latin typeface="Lato"/>
                <a:ea typeface="Lato"/>
                <a:cs typeface="Lato"/>
              </a:defRPr>
            </a:lvl3pPr>
            <a:lvl4pPr>
              <a:buNone/>
              <a:defRPr sz="2550" b="0">
                <a:solidFill>
                  <a:srgbClr val="FFFFFF"/>
                </a:solidFill>
                <a:latin typeface="Lato"/>
                <a:ea typeface="Lato"/>
                <a:cs typeface="Lato"/>
              </a:defRPr>
            </a:lvl4pPr>
            <a:lvl5pPr>
              <a:buNone/>
              <a:defRPr sz="2550" b="0">
                <a:solidFill>
                  <a:srgbClr val="FFFFFF"/>
                </a:solidFill>
                <a:latin typeface="Lato"/>
                <a:ea typeface="Lato"/>
                <a:cs typeface="Lato"/>
              </a:defRPr>
            </a:lvl5pPr>
            <a:lvl6pPr>
              <a:buNone/>
              <a:defRPr sz="2550" b="0">
                <a:solidFill>
                  <a:srgbClr val="FFFFFF"/>
                </a:solidFill>
                <a:latin typeface="Lato"/>
                <a:ea typeface="Lato"/>
                <a:cs typeface="Lato"/>
              </a:defRPr>
            </a:lvl6pPr>
            <a:lvl7pPr>
              <a:buNone/>
              <a:defRPr sz="2550" b="0">
                <a:solidFill>
                  <a:srgbClr val="FFFFFF"/>
                </a:solidFill>
                <a:latin typeface="Lato"/>
                <a:ea typeface="Lato"/>
                <a:cs typeface="Lato"/>
              </a:defRPr>
            </a:lvl7pPr>
            <a:lvl8pPr>
              <a:buNone/>
              <a:defRPr sz="2550" b="0">
                <a:solidFill>
                  <a:srgbClr val="FFFFFF"/>
                </a:solidFill>
                <a:latin typeface="Lato"/>
                <a:ea typeface="Lato"/>
                <a:cs typeface="Lato"/>
              </a:defRPr>
            </a:lvl8pPr>
            <a:lvl9pPr>
              <a:buNone/>
              <a:defRPr sz="2550" b="0">
                <a:solidFill>
                  <a:srgbClr val="FFFFFF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>
              <a:buNone/>
              <a:defRPr sz="2550" b="0">
                <a:solidFill>
                  <a:srgbClr val="FFFFFF"/>
                </a:solidFill>
                <a:latin typeface="Lato"/>
                <a:ea typeface="Lato"/>
                <a:cs typeface="Lato"/>
              </a:defRPr>
            </a:pPr>
            <a:r>
              <a:rPr sz="2550" b="0">
                <a:solidFill>
                  <a:srgbClr val="FFFFFF"/>
                </a:solidFill>
                <a:latin typeface="Lato"/>
                <a:ea typeface="Lato"/>
                <a:cs typeface="Lato"/>
              </a:rPr>
              <a:t>python3 executar.py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0963BD5-8F15-443D-85C7-C661C3213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67025"/>
            <a:ext cx="762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525" b="1">
                <a:solidFill>
                  <a:srgbClr val="64DFCD"/>
                </a:solidFill>
                <a:latin typeface="Lato"/>
                <a:ea typeface="Lato"/>
                <a:cs typeface="Lato"/>
              </a:defRPr>
            </a:defPPr>
            <a:lvl1pPr>
              <a:buNone/>
              <a:defRPr sz="3525" b="1">
                <a:solidFill>
                  <a:srgbClr val="64DFCD"/>
                </a:solidFill>
                <a:latin typeface="Lato"/>
                <a:ea typeface="Lato"/>
                <a:cs typeface="Lato"/>
              </a:defRPr>
            </a:lvl1pPr>
            <a:lvl2pPr>
              <a:buNone/>
              <a:defRPr sz="3525" b="1">
                <a:solidFill>
                  <a:srgbClr val="64DFCD"/>
                </a:solidFill>
                <a:latin typeface="Lato"/>
                <a:ea typeface="Lato"/>
                <a:cs typeface="Lato"/>
              </a:defRPr>
            </a:lvl2pPr>
            <a:lvl3pPr>
              <a:buNone/>
              <a:defRPr sz="3525" b="1">
                <a:solidFill>
                  <a:srgbClr val="64DFCD"/>
                </a:solidFill>
                <a:latin typeface="Lato"/>
                <a:ea typeface="Lato"/>
                <a:cs typeface="Lato"/>
              </a:defRPr>
            </a:lvl3pPr>
            <a:lvl4pPr>
              <a:buNone/>
              <a:defRPr sz="3525" b="1">
                <a:solidFill>
                  <a:srgbClr val="64DFCD"/>
                </a:solidFill>
                <a:latin typeface="Lato"/>
                <a:ea typeface="Lato"/>
                <a:cs typeface="Lato"/>
              </a:defRPr>
            </a:lvl4pPr>
            <a:lvl5pPr>
              <a:buNone/>
              <a:defRPr sz="3525" b="1">
                <a:solidFill>
                  <a:srgbClr val="64DFCD"/>
                </a:solidFill>
                <a:latin typeface="Lato"/>
                <a:ea typeface="Lato"/>
                <a:cs typeface="Lato"/>
              </a:defRPr>
            </a:lvl5pPr>
            <a:lvl6pPr>
              <a:buNone/>
              <a:defRPr sz="3525" b="1">
                <a:solidFill>
                  <a:srgbClr val="64DFCD"/>
                </a:solidFill>
                <a:latin typeface="Lato"/>
                <a:ea typeface="Lato"/>
                <a:cs typeface="Lato"/>
              </a:defRPr>
            </a:lvl6pPr>
            <a:lvl7pPr>
              <a:buNone/>
              <a:defRPr sz="3525" b="1">
                <a:solidFill>
                  <a:srgbClr val="64DFCD"/>
                </a:solidFill>
                <a:latin typeface="Lato"/>
                <a:ea typeface="Lato"/>
                <a:cs typeface="Lato"/>
              </a:defRPr>
            </a:lvl7pPr>
            <a:lvl8pPr>
              <a:buNone/>
              <a:defRPr sz="3525" b="1">
                <a:solidFill>
                  <a:srgbClr val="64DFCD"/>
                </a:solidFill>
                <a:latin typeface="Lato"/>
                <a:ea typeface="Lato"/>
                <a:cs typeface="Lato"/>
              </a:defRPr>
            </a:lvl8pPr>
            <a:lvl9pPr>
              <a:buNone/>
              <a:defRPr sz="3525" b="1">
                <a:solidFill>
                  <a:srgbClr val="64DFCD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>
              <a:buNone/>
              <a:defRPr sz="3525" b="1">
                <a:solidFill>
                  <a:srgbClr val="64DFCD"/>
                </a:solidFill>
                <a:latin typeface="Lato"/>
                <a:ea typeface="Lato"/>
                <a:cs typeface="Lato"/>
              </a:defRPr>
            </a:pPr>
            <a:r>
              <a:rPr sz="3525" b="1">
                <a:solidFill>
                  <a:srgbClr val="64DFCD"/>
                </a:solidFill>
                <a:latin typeface="Lato"/>
                <a:ea typeface="Lato"/>
                <a:cs typeface="Lato"/>
              </a:rPr>
              <a:t>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1A89F17-CE39-4F91-A459-922A80DEF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2933700"/>
            <a:ext cx="952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 b="0">
                <a:solidFill>
                  <a:srgbClr val="FFFFFF"/>
                </a:solidFill>
                <a:latin typeface="Lato"/>
                <a:ea typeface="Lato"/>
                <a:cs typeface="Lato"/>
              </a:defRPr>
            </a:defPPr>
            <a:lvl1pPr>
              <a:buNone/>
              <a:defRPr sz="2550" b="0">
                <a:solidFill>
                  <a:srgbClr val="FFFFFF"/>
                </a:solidFill>
                <a:latin typeface="Lato"/>
                <a:ea typeface="Lato"/>
                <a:cs typeface="Lato"/>
              </a:defRPr>
            </a:lvl1pPr>
            <a:lvl2pPr>
              <a:buNone/>
              <a:defRPr sz="2550" b="0">
                <a:solidFill>
                  <a:srgbClr val="FFFFFF"/>
                </a:solidFill>
                <a:latin typeface="Lato"/>
                <a:ea typeface="Lato"/>
                <a:cs typeface="Lato"/>
              </a:defRPr>
            </a:lvl2pPr>
            <a:lvl3pPr>
              <a:buNone/>
              <a:defRPr sz="2550" b="0">
                <a:solidFill>
                  <a:srgbClr val="FFFFFF"/>
                </a:solidFill>
                <a:latin typeface="Lato"/>
                <a:ea typeface="Lato"/>
                <a:cs typeface="Lato"/>
              </a:defRPr>
            </a:lvl3pPr>
            <a:lvl4pPr>
              <a:buNone/>
              <a:defRPr sz="2550" b="0">
                <a:solidFill>
                  <a:srgbClr val="FFFFFF"/>
                </a:solidFill>
                <a:latin typeface="Lato"/>
                <a:ea typeface="Lato"/>
                <a:cs typeface="Lato"/>
              </a:defRPr>
            </a:lvl4pPr>
            <a:lvl5pPr>
              <a:buNone/>
              <a:defRPr sz="2550" b="0">
                <a:solidFill>
                  <a:srgbClr val="FFFFFF"/>
                </a:solidFill>
                <a:latin typeface="Lato"/>
                <a:ea typeface="Lato"/>
                <a:cs typeface="Lato"/>
              </a:defRPr>
            </a:lvl5pPr>
            <a:lvl6pPr>
              <a:buNone/>
              <a:defRPr sz="2550" b="0">
                <a:solidFill>
                  <a:srgbClr val="FFFFFF"/>
                </a:solidFill>
                <a:latin typeface="Lato"/>
                <a:ea typeface="Lato"/>
                <a:cs typeface="Lato"/>
              </a:defRPr>
            </a:lvl6pPr>
            <a:lvl7pPr>
              <a:buNone/>
              <a:defRPr sz="2550" b="0">
                <a:solidFill>
                  <a:srgbClr val="FFFFFF"/>
                </a:solidFill>
                <a:latin typeface="Lato"/>
                <a:ea typeface="Lato"/>
                <a:cs typeface="Lato"/>
              </a:defRPr>
            </a:lvl7pPr>
            <a:lvl8pPr>
              <a:buNone/>
              <a:defRPr sz="2550" b="0">
                <a:solidFill>
                  <a:srgbClr val="FFFFFF"/>
                </a:solidFill>
                <a:latin typeface="Lato"/>
                <a:ea typeface="Lato"/>
                <a:cs typeface="Lato"/>
              </a:defRPr>
            </a:lvl8pPr>
            <a:lvl9pPr>
              <a:buNone/>
              <a:defRPr sz="2550" b="0">
                <a:solidFill>
                  <a:srgbClr val="FFFFFF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>
              <a:buNone/>
              <a:defRPr sz="2550" b="0">
                <a:solidFill>
                  <a:srgbClr val="FFFFFF"/>
                </a:solidFill>
                <a:latin typeface="Lato"/>
                <a:ea typeface="Lato"/>
                <a:cs typeface="Lato"/>
              </a:defRPr>
            </a:pPr>
            <a:r>
              <a:rPr sz="2550" b="0">
                <a:solidFill>
                  <a:srgbClr val="FFFFFF"/>
                </a:solidFill>
                <a:latin typeface="Lato"/>
                <a:ea typeface="Lato"/>
                <a:cs typeface="Lato"/>
              </a:rPr>
              <a:t>Observar a queda de um peer durante o download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BB4907A-27DE-4EF6-9C6C-2658B9F66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76675"/>
            <a:ext cx="762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525" b="1">
                <a:solidFill>
                  <a:srgbClr val="64DFCD"/>
                </a:solidFill>
                <a:latin typeface="Lato"/>
                <a:ea typeface="Lato"/>
                <a:cs typeface="Lato"/>
              </a:defRPr>
            </a:defPPr>
            <a:lvl1pPr>
              <a:buNone/>
              <a:defRPr sz="3525" b="1">
                <a:solidFill>
                  <a:srgbClr val="64DFCD"/>
                </a:solidFill>
                <a:latin typeface="Lato"/>
                <a:ea typeface="Lato"/>
                <a:cs typeface="Lato"/>
              </a:defRPr>
            </a:lvl1pPr>
            <a:lvl2pPr>
              <a:buNone/>
              <a:defRPr sz="3525" b="1">
                <a:solidFill>
                  <a:srgbClr val="64DFCD"/>
                </a:solidFill>
                <a:latin typeface="Lato"/>
                <a:ea typeface="Lato"/>
                <a:cs typeface="Lato"/>
              </a:defRPr>
            </a:lvl2pPr>
            <a:lvl3pPr>
              <a:buNone/>
              <a:defRPr sz="3525" b="1">
                <a:solidFill>
                  <a:srgbClr val="64DFCD"/>
                </a:solidFill>
                <a:latin typeface="Lato"/>
                <a:ea typeface="Lato"/>
                <a:cs typeface="Lato"/>
              </a:defRPr>
            </a:lvl3pPr>
            <a:lvl4pPr>
              <a:buNone/>
              <a:defRPr sz="3525" b="1">
                <a:solidFill>
                  <a:srgbClr val="64DFCD"/>
                </a:solidFill>
                <a:latin typeface="Lato"/>
                <a:ea typeface="Lato"/>
                <a:cs typeface="Lato"/>
              </a:defRPr>
            </a:lvl4pPr>
            <a:lvl5pPr>
              <a:buNone/>
              <a:defRPr sz="3525" b="1">
                <a:solidFill>
                  <a:srgbClr val="64DFCD"/>
                </a:solidFill>
                <a:latin typeface="Lato"/>
                <a:ea typeface="Lato"/>
                <a:cs typeface="Lato"/>
              </a:defRPr>
            </a:lvl5pPr>
            <a:lvl6pPr>
              <a:buNone/>
              <a:defRPr sz="3525" b="1">
                <a:solidFill>
                  <a:srgbClr val="64DFCD"/>
                </a:solidFill>
                <a:latin typeface="Lato"/>
                <a:ea typeface="Lato"/>
                <a:cs typeface="Lato"/>
              </a:defRPr>
            </a:lvl6pPr>
            <a:lvl7pPr>
              <a:buNone/>
              <a:defRPr sz="3525" b="1">
                <a:solidFill>
                  <a:srgbClr val="64DFCD"/>
                </a:solidFill>
                <a:latin typeface="Lato"/>
                <a:ea typeface="Lato"/>
                <a:cs typeface="Lato"/>
              </a:defRPr>
            </a:lvl7pPr>
            <a:lvl8pPr>
              <a:buNone/>
              <a:defRPr sz="3525" b="1">
                <a:solidFill>
                  <a:srgbClr val="64DFCD"/>
                </a:solidFill>
                <a:latin typeface="Lato"/>
                <a:ea typeface="Lato"/>
                <a:cs typeface="Lato"/>
              </a:defRPr>
            </a:lvl8pPr>
            <a:lvl9pPr>
              <a:buNone/>
              <a:defRPr sz="3525" b="1">
                <a:solidFill>
                  <a:srgbClr val="64DFCD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>
              <a:buNone/>
              <a:defRPr sz="3525" b="1">
                <a:solidFill>
                  <a:srgbClr val="64DFCD"/>
                </a:solidFill>
                <a:latin typeface="Lato"/>
                <a:ea typeface="Lato"/>
                <a:cs typeface="Lato"/>
              </a:defRPr>
            </a:pPr>
            <a:r>
              <a:rPr sz="3525" b="1">
                <a:solidFill>
                  <a:srgbClr val="64DFCD"/>
                </a:solidFill>
                <a:latin typeface="Lato"/>
                <a:ea typeface="Lato"/>
                <a:cs typeface="Lato"/>
              </a:rPr>
              <a:t>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3BD87B8-A549-4F49-94B1-F587AF557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3943350"/>
            <a:ext cx="952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 b="0">
                <a:solidFill>
                  <a:srgbClr val="FFFFFF"/>
                </a:solidFill>
                <a:latin typeface="Lato"/>
                <a:ea typeface="Lato"/>
                <a:cs typeface="Lato"/>
              </a:defRPr>
            </a:defPPr>
            <a:lvl1pPr>
              <a:buNone/>
              <a:defRPr sz="2550" b="0">
                <a:solidFill>
                  <a:srgbClr val="FFFFFF"/>
                </a:solidFill>
                <a:latin typeface="Lato"/>
                <a:ea typeface="Lato"/>
                <a:cs typeface="Lato"/>
              </a:defRPr>
            </a:lvl1pPr>
            <a:lvl2pPr>
              <a:buNone/>
              <a:defRPr sz="2550" b="0">
                <a:solidFill>
                  <a:srgbClr val="FFFFFF"/>
                </a:solidFill>
                <a:latin typeface="Lato"/>
                <a:ea typeface="Lato"/>
                <a:cs typeface="Lato"/>
              </a:defRPr>
            </a:lvl2pPr>
            <a:lvl3pPr>
              <a:buNone/>
              <a:defRPr sz="2550" b="0">
                <a:solidFill>
                  <a:srgbClr val="FFFFFF"/>
                </a:solidFill>
                <a:latin typeface="Lato"/>
                <a:ea typeface="Lato"/>
                <a:cs typeface="Lato"/>
              </a:defRPr>
            </a:lvl3pPr>
            <a:lvl4pPr>
              <a:buNone/>
              <a:defRPr sz="2550" b="0">
                <a:solidFill>
                  <a:srgbClr val="FFFFFF"/>
                </a:solidFill>
                <a:latin typeface="Lato"/>
                <a:ea typeface="Lato"/>
                <a:cs typeface="Lato"/>
              </a:defRPr>
            </a:lvl4pPr>
            <a:lvl5pPr>
              <a:buNone/>
              <a:defRPr sz="2550" b="0">
                <a:solidFill>
                  <a:srgbClr val="FFFFFF"/>
                </a:solidFill>
                <a:latin typeface="Lato"/>
                <a:ea typeface="Lato"/>
                <a:cs typeface="Lato"/>
              </a:defRPr>
            </a:lvl5pPr>
            <a:lvl6pPr>
              <a:buNone/>
              <a:defRPr sz="2550" b="0">
                <a:solidFill>
                  <a:srgbClr val="FFFFFF"/>
                </a:solidFill>
                <a:latin typeface="Lato"/>
                <a:ea typeface="Lato"/>
                <a:cs typeface="Lato"/>
              </a:defRPr>
            </a:lvl6pPr>
            <a:lvl7pPr>
              <a:buNone/>
              <a:defRPr sz="2550" b="0">
                <a:solidFill>
                  <a:srgbClr val="FFFFFF"/>
                </a:solidFill>
                <a:latin typeface="Lato"/>
                <a:ea typeface="Lato"/>
                <a:cs typeface="Lato"/>
              </a:defRPr>
            </a:lvl7pPr>
            <a:lvl8pPr>
              <a:buNone/>
              <a:defRPr sz="2550" b="0">
                <a:solidFill>
                  <a:srgbClr val="FFFFFF"/>
                </a:solidFill>
                <a:latin typeface="Lato"/>
                <a:ea typeface="Lato"/>
                <a:cs typeface="Lato"/>
              </a:defRPr>
            </a:lvl8pPr>
            <a:lvl9pPr>
              <a:buNone/>
              <a:defRPr sz="2550" b="0">
                <a:solidFill>
                  <a:srgbClr val="FFFFFF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>
              <a:buNone/>
              <a:defRPr sz="2550" b="0">
                <a:solidFill>
                  <a:srgbClr val="FFFFFF"/>
                </a:solidFill>
                <a:latin typeface="Lato"/>
                <a:ea typeface="Lato"/>
                <a:cs typeface="Lato"/>
              </a:defRPr>
            </a:pPr>
            <a:r>
              <a:rPr sz="2550" b="0">
                <a:solidFill>
                  <a:srgbClr val="FFFFFF"/>
                </a:solidFill>
                <a:latin typeface="Lato"/>
                <a:ea typeface="Lato"/>
                <a:cs typeface="Lato"/>
              </a:rPr>
              <a:t>Conferir reconexão, fontes alternativas e SHA-256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6D5C752-8EE8-4A5F-89CA-9A8AE4797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57800"/>
            <a:ext cx="10668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C2D2D8"/>
                </a:solidFill>
                <a:latin typeface="Lato"/>
                <a:ea typeface="Lato"/>
                <a:cs typeface="Lato"/>
              </a:defRPr>
            </a:defPPr>
            <a:lvl1pPr>
              <a:buNone/>
              <a:defRPr sz="1800" b="0">
                <a:solidFill>
                  <a:srgbClr val="C2D2D8"/>
                </a:solidFill>
                <a:latin typeface="Lato"/>
                <a:ea typeface="Lato"/>
                <a:cs typeface="Lato"/>
              </a:defRPr>
            </a:lvl1pPr>
            <a:lvl2pPr>
              <a:buNone/>
              <a:defRPr sz="1800" b="0">
                <a:solidFill>
                  <a:srgbClr val="C2D2D8"/>
                </a:solidFill>
                <a:latin typeface="Lato"/>
                <a:ea typeface="Lato"/>
                <a:cs typeface="Lato"/>
              </a:defRPr>
            </a:lvl2pPr>
            <a:lvl3pPr>
              <a:buNone/>
              <a:defRPr sz="1800" b="0">
                <a:solidFill>
                  <a:srgbClr val="C2D2D8"/>
                </a:solidFill>
                <a:latin typeface="Lato"/>
                <a:ea typeface="Lato"/>
                <a:cs typeface="Lato"/>
              </a:defRPr>
            </a:lvl3pPr>
            <a:lvl4pPr>
              <a:buNone/>
              <a:defRPr sz="1800" b="0">
                <a:solidFill>
                  <a:srgbClr val="C2D2D8"/>
                </a:solidFill>
                <a:latin typeface="Lato"/>
                <a:ea typeface="Lato"/>
                <a:cs typeface="Lato"/>
              </a:defRPr>
            </a:lvl4pPr>
            <a:lvl5pPr>
              <a:buNone/>
              <a:defRPr sz="1800" b="0">
                <a:solidFill>
                  <a:srgbClr val="C2D2D8"/>
                </a:solidFill>
                <a:latin typeface="Lato"/>
                <a:ea typeface="Lato"/>
                <a:cs typeface="Lato"/>
              </a:defRPr>
            </a:lvl5pPr>
            <a:lvl6pPr>
              <a:buNone/>
              <a:defRPr sz="1800" b="0">
                <a:solidFill>
                  <a:srgbClr val="C2D2D8"/>
                </a:solidFill>
                <a:latin typeface="Lato"/>
                <a:ea typeface="Lato"/>
                <a:cs typeface="Lato"/>
              </a:defRPr>
            </a:lvl6pPr>
            <a:lvl7pPr>
              <a:buNone/>
              <a:defRPr sz="1800" b="0">
                <a:solidFill>
                  <a:srgbClr val="C2D2D8"/>
                </a:solidFill>
                <a:latin typeface="Lato"/>
                <a:ea typeface="Lato"/>
                <a:cs typeface="Lato"/>
              </a:defRPr>
            </a:lvl7pPr>
            <a:lvl8pPr>
              <a:buNone/>
              <a:defRPr sz="1800" b="0">
                <a:solidFill>
                  <a:srgbClr val="C2D2D8"/>
                </a:solidFill>
                <a:latin typeface="Lato"/>
                <a:ea typeface="Lato"/>
                <a:cs typeface="Lato"/>
              </a:defRPr>
            </a:lvl8pPr>
            <a:lvl9pPr>
              <a:buNone/>
              <a:defRPr sz="1800" b="0">
                <a:solidFill>
                  <a:srgbClr val="C2D2D8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>
              <a:buNone/>
              <a:defRPr sz="1800" b="0">
                <a:solidFill>
                  <a:srgbClr val="C2D2D8"/>
                </a:solidFill>
                <a:latin typeface="Lato"/>
                <a:ea typeface="Lato"/>
                <a:cs typeface="Lato"/>
              </a:defRPr>
            </a:pPr>
            <a:r>
              <a:rPr sz="1800" b="0">
                <a:solidFill>
                  <a:srgbClr val="C2D2D8"/>
                </a:solidFill>
                <a:latin typeface="Lato"/>
                <a:ea typeface="Lato"/>
                <a:cs typeface="Lato"/>
              </a:rPr>
              <a:t>Sem outra cópia dos blocos, é preciso aguardar a fonte voltar.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EFE750B-5411-4099-A5C6-0279B3587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10275"/>
            <a:ext cx="10287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1">
                <a:solidFill>
                  <a:srgbClr val="64DFCD"/>
                </a:solidFill>
                <a:latin typeface="Lato"/>
                <a:ea typeface="Lato"/>
                <a:cs typeface="Lato"/>
              </a:defRPr>
            </a:defPPr>
            <a:lvl1pPr>
              <a:buNone/>
              <a:defRPr sz="1875" b="1">
                <a:solidFill>
                  <a:srgbClr val="64DFCD"/>
                </a:solidFill>
                <a:latin typeface="Lato"/>
                <a:ea typeface="Lato"/>
                <a:cs typeface="Lato"/>
              </a:defRPr>
            </a:lvl1pPr>
            <a:lvl2pPr>
              <a:buNone/>
              <a:defRPr sz="1875" b="1">
                <a:solidFill>
                  <a:srgbClr val="64DFCD"/>
                </a:solidFill>
                <a:latin typeface="Lato"/>
                <a:ea typeface="Lato"/>
                <a:cs typeface="Lato"/>
              </a:defRPr>
            </a:lvl2pPr>
            <a:lvl3pPr>
              <a:buNone/>
              <a:defRPr sz="1875" b="1">
                <a:solidFill>
                  <a:srgbClr val="64DFCD"/>
                </a:solidFill>
                <a:latin typeface="Lato"/>
                <a:ea typeface="Lato"/>
                <a:cs typeface="Lato"/>
              </a:defRPr>
            </a:lvl3pPr>
            <a:lvl4pPr>
              <a:buNone/>
              <a:defRPr sz="1875" b="1">
                <a:solidFill>
                  <a:srgbClr val="64DFCD"/>
                </a:solidFill>
                <a:latin typeface="Lato"/>
                <a:ea typeface="Lato"/>
                <a:cs typeface="Lato"/>
              </a:defRPr>
            </a:lvl4pPr>
            <a:lvl5pPr>
              <a:buNone/>
              <a:defRPr sz="1875" b="1">
                <a:solidFill>
                  <a:srgbClr val="64DFCD"/>
                </a:solidFill>
                <a:latin typeface="Lato"/>
                <a:ea typeface="Lato"/>
                <a:cs typeface="Lato"/>
              </a:defRPr>
            </a:lvl5pPr>
            <a:lvl6pPr>
              <a:buNone/>
              <a:defRPr sz="1875" b="1">
                <a:solidFill>
                  <a:srgbClr val="64DFCD"/>
                </a:solidFill>
                <a:latin typeface="Lato"/>
                <a:ea typeface="Lato"/>
                <a:cs typeface="Lato"/>
              </a:defRPr>
            </a:lvl6pPr>
            <a:lvl7pPr>
              <a:buNone/>
              <a:defRPr sz="1875" b="1">
                <a:solidFill>
                  <a:srgbClr val="64DFCD"/>
                </a:solidFill>
                <a:latin typeface="Lato"/>
                <a:ea typeface="Lato"/>
                <a:cs typeface="Lato"/>
              </a:defRPr>
            </a:lvl7pPr>
            <a:lvl8pPr>
              <a:buNone/>
              <a:defRPr sz="1875" b="1">
                <a:solidFill>
                  <a:srgbClr val="64DFCD"/>
                </a:solidFill>
                <a:latin typeface="Lato"/>
                <a:ea typeface="Lato"/>
                <a:cs typeface="Lato"/>
              </a:defRPr>
            </a:lvl8pPr>
            <a:lvl9pPr>
              <a:buNone/>
              <a:defRPr sz="1875" b="1">
                <a:solidFill>
                  <a:srgbClr val="64DFCD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>
              <a:buNone/>
              <a:defRPr sz="1875" b="1">
                <a:solidFill>
                  <a:srgbClr val="64DFCD"/>
                </a:solidFill>
                <a:latin typeface="Lato"/>
                <a:ea typeface="Lato"/>
                <a:cs typeface="Lato"/>
              </a:defRPr>
            </a:pPr>
            <a:r>
              <a:rPr sz="1875" b="1">
                <a:solidFill>
                  <a:srgbClr val="64DFCD"/>
                </a:solidFill>
                <a:latin typeface="Lato"/>
                <a:ea typeface="Lato"/>
                <a:cs typeface="Lato"/>
              </a:rPr>
              <a:t>github.com/Augusto42/sd-tp2-p2p-2026</a:t>
            </a:r>
          </a:p>
        </p:txBody>
      </p:sp>
    </p:spTree>
    <p:extLst>
      <p:ext uri="{BB962C8B-B14F-4D97-AF65-F5344CB8AC3E}">
        <p14:creationId xmlns:p14="http://schemas.microsoft.com/office/powerpoint/2010/main" val="62046580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Lato"/>
        <a:ea typeface=""/>
        <a:cs typeface=""/>
      </a:majorFont>
      <a:minorFont>
        <a:latin typeface="Lato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2026-10-30T10:56:54.5570000Z</dcterms:created>
  <dcterms:modified xsi:type="dcterms:W3CDTF">2026-10-30T10:56:54.5570000Z</dcterms:modified>
</coreProperties>
</file>